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4" r:id="rId2"/>
  </p:sldMasterIdLst>
  <p:notesMasterIdLst>
    <p:notesMasterId r:id="rId4"/>
  </p:notesMasterIdLst>
  <p:sldIdLst>
    <p:sldId id="258" r:id="rId3"/>
  </p:sldIdLst>
  <p:sldSz cx="12192000" cy="6858000"/>
  <p:notesSz cx="6858000" cy="9144000"/>
  <p:embeddedFontLst>
    <p:embeddedFont>
      <p:font typeface="Cambria Math" panose="02040503050406030204" pitchFamily="18" charset="0"/>
      <p:regular r:id="rId5"/>
    </p:embeddedFont>
    <p:embeddedFont>
      <p:font typeface="Darker Grotesque Medium" panose="02010600030101010101" charset="0"/>
      <p:regular r:id="rId6"/>
      <p:bold r:id="rId7"/>
    </p:embeddedFont>
    <p:embeddedFont>
      <p:font typeface="Darker Grotesque SemiBold" panose="02010600030101010101" charset="0"/>
      <p:regular r:id="rId8"/>
      <p:bold r:id="rId9"/>
    </p:embeddedFont>
    <p:embeddedFont>
      <p:font typeface="Proxima Nova" panose="02010600030101010101"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7">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j6Y06hlT7cG6cjoYuRI5PnYKac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594" y="114"/>
      </p:cViewPr>
      <p:guideLst>
        <p:guide orient="horz" pos="215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font" Target="fonts/font3.fntdata"/><Relationship Id="rId12" Type="http://schemas.openxmlformats.org/officeDocument/2006/relationships/font" Target="fonts/font8.fntdata"/><Relationship Id="rId17" Type="http://customschemas.google.com/relationships/presentationmetadata" Target="metadata"/><Relationship Id="rId2" Type="http://schemas.openxmlformats.org/officeDocument/2006/relationships/slideMaster" Target="slideMasters/slideMaster2.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0" Type="http://schemas.openxmlformats.org/officeDocument/2006/relationships/font" Target="fonts/font6.fntdata"/><Relationship Id="rId19"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Darker Grotesque Medium"/>
                <a:ea typeface="Darker Grotesque Medium"/>
                <a:cs typeface="Darker Grotesque Medium"/>
                <a:sym typeface="Darker Grotesqu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Darker Grotesque Medium"/>
                <a:ea typeface="Darker Grotesque Medium"/>
                <a:cs typeface="Darker Grotesque Medium"/>
                <a:sym typeface="Darker Grotesque Medium"/>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Darker Grotesque Medium"/>
                <a:ea typeface="Darker Grotesque Medium"/>
                <a:cs typeface="Darker Grotesque Medium"/>
                <a:sym typeface="Darker Grotesque Medium"/>
              </a:rPr>
              <a:t>‹#›</a:t>
            </a:fld>
            <a:endParaRPr sz="1200" b="0" i="0" u="none" strike="noStrike" cap="none">
              <a:solidFill>
                <a:schemeClr val="dk1"/>
              </a:solidFill>
              <a:latin typeface="Darker Grotesque Medium"/>
              <a:ea typeface="Darker Grotesque Medium"/>
              <a:cs typeface="Darker Grotesque Medium"/>
              <a:sym typeface="Darker Grotesque Medium"/>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47AED-E2E2-8536-6F91-D2C174F1C609}"/>
            </a:ext>
          </a:extLst>
        </p:cNvPr>
        <p:cNvGrpSpPr/>
        <p:nvPr/>
      </p:nvGrpSpPr>
      <p:grpSpPr>
        <a:xfrm>
          <a:off x="0" y="0"/>
          <a:ext cx="0" cy="0"/>
          <a:chOff x="0" y="0"/>
          <a:chExt cx="0" cy="0"/>
        </a:xfrm>
      </p:grpSpPr>
      <p:sp>
        <p:nvSpPr>
          <p:cNvPr id="171" name="Google Shape;171;p17:notes">
            <a:extLst>
              <a:ext uri="{FF2B5EF4-FFF2-40B4-BE49-F238E27FC236}">
                <a16:creationId xmlns:a16="http://schemas.microsoft.com/office/drawing/2014/main" id="{2472080B-1254-C4F3-4BEE-51E2ECEAD0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7:notes">
            <a:extLst>
              <a:ext uri="{FF2B5EF4-FFF2-40B4-BE49-F238E27FC236}">
                <a16:creationId xmlns:a16="http://schemas.microsoft.com/office/drawing/2014/main" id="{B3BFEC09-5F5E-A172-3DFF-DA4888956C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7713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8"/>
          <p:cNvSpPr txBox="1">
            <a:spLocks noGrp="1"/>
          </p:cNvSpPr>
          <p:nvPr>
            <p:ph type="title"/>
          </p:nvPr>
        </p:nvSpPr>
        <p:spPr>
          <a:xfrm>
            <a:off x="508000" y="360363"/>
            <a:ext cx="11139714"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78"/>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8"/>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19"/>
        <p:cNvGrpSpPr/>
        <p:nvPr/>
      </p:nvGrpSpPr>
      <p:grpSpPr>
        <a:xfrm>
          <a:off x="0" y="0"/>
          <a:ext cx="0" cy="0"/>
          <a:chOff x="0" y="0"/>
          <a:chExt cx="0" cy="0"/>
        </a:xfrm>
      </p:grpSpPr>
      <p:pic>
        <p:nvPicPr>
          <p:cNvPr id="20" name="Google Shape;20;p79" descr="A close-up of a colorful background&#10;&#10;AI-generated content may be incorrect."/>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 name="Google Shape;21;p79"/>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79"/>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9"/>
          <p:cNvSpPr/>
          <p:nvPr/>
        </p:nvSpPr>
        <p:spPr>
          <a:xfrm>
            <a:off x="4413737" y="-70338"/>
            <a:ext cx="7842740" cy="6998676"/>
          </a:xfrm>
          <a:custGeom>
            <a:avLst/>
            <a:gdLst/>
            <a:ahLst/>
            <a:cxnLst/>
            <a:rect l="l" t="t" r="r" b="b"/>
            <a:pathLst>
              <a:path w="7781193" h="6884376" extrusionOk="0">
                <a:moveTo>
                  <a:pt x="7781193" y="6866792"/>
                </a:moveTo>
                <a:lnTo>
                  <a:pt x="0" y="6884376"/>
                </a:lnTo>
                <a:lnTo>
                  <a:pt x="5908431" y="0"/>
                </a:lnTo>
                <a:lnTo>
                  <a:pt x="7772400" y="8792"/>
                </a:lnTo>
                <a:lnTo>
                  <a:pt x="7781193" y="6866792"/>
                </a:lnTo>
                <a:close/>
              </a:path>
            </a:pathLst>
          </a:custGeom>
          <a:solidFill>
            <a:srgbClr val="FFFFFF">
              <a:alpha val="80000"/>
            </a:srgbClr>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4" name="Google Shape;24;p79" descr="A logo for a company&#10;&#10;AI-generated content may be incorrect."/>
          <p:cNvPicPr preferRelativeResize="0"/>
          <p:nvPr/>
        </p:nvPicPr>
        <p:blipFill rotWithShape="1">
          <a:blip r:embed="rId3">
            <a:alphaModFix/>
          </a:blip>
          <a:srcRect b="41788"/>
          <a:stretch/>
        </p:blipFill>
        <p:spPr>
          <a:xfrm>
            <a:off x="8256538" y="2866778"/>
            <a:ext cx="3487600" cy="203017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pic>
        <p:nvPicPr>
          <p:cNvPr id="26" name="Google Shape;26;p80" descr="A close-up of a colorful background&#10;&#10;AI-generated content may be incorrect."/>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7" name="Google Shape;27;p80"/>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0"/>
          <p:cNvSpPr txBox="1">
            <a:spLocks noGrp="1"/>
          </p:cNvSpPr>
          <p:nvPr>
            <p:ph type="ftr" idx="11"/>
          </p:nvPr>
        </p:nvSpPr>
        <p:spPr>
          <a:xfrm>
            <a:off x="4027715" y="6446786"/>
            <a:ext cx="7856003"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0"/>
          <p:cNvSpPr/>
          <p:nvPr/>
        </p:nvSpPr>
        <p:spPr>
          <a:xfrm>
            <a:off x="4413737" y="-70338"/>
            <a:ext cx="7842740" cy="6998676"/>
          </a:xfrm>
          <a:custGeom>
            <a:avLst/>
            <a:gdLst/>
            <a:ahLst/>
            <a:cxnLst/>
            <a:rect l="l" t="t" r="r" b="b"/>
            <a:pathLst>
              <a:path w="7781193" h="6884376" extrusionOk="0">
                <a:moveTo>
                  <a:pt x="7781193" y="6866792"/>
                </a:moveTo>
                <a:lnTo>
                  <a:pt x="0" y="6884376"/>
                </a:lnTo>
                <a:lnTo>
                  <a:pt x="5908431" y="0"/>
                </a:lnTo>
                <a:lnTo>
                  <a:pt x="7772400" y="8792"/>
                </a:lnTo>
                <a:lnTo>
                  <a:pt x="7781193" y="6866792"/>
                </a:lnTo>
                <a:close/>
              </a:path>
            </a:pathLst>
          </a:custGeom>
          <a:solidFill>
            <a:srgbClr val="FFFFFF">
              <a:alpha val="80000"/>
            </a:srgbClr>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0" name="Google Shape;30;p80" descr="A logo for a company&#10;&#10;AI-generated content may be incorrect."/>
          <p:cNvPicPr preferRelativeResize="0"/>
          <p:nvPr/>
        </p:nvPicPr>
        <p:blipFill rotWithShape="1">
          <a:blip r:embed="rId3">
            <a:alphaModFix/>
          </a:blip>
          <a:srcRect b="42655"/>
          <a:stretch/>
        </p:blipFill>
        <p:spPr>
          <a:xfrm>
            <a:off x="9284677" y="645014"/>
            <a:ext cx="2636409" cy="1511854"/>
          </a:xfrm>
          <a:prstGeom prst="rect">
            <a:avLst/>
          </a:prstGeom>
          <a:noFill/>
          <a:ln>
            <a:noFill/>
          </a:ln>
        </p:spPr>
      </p:pic>
      <p:sp>
        <p:nvSpPr>
          <p:cNvPr id="31" name="Google Shape;31;p80"/>
          <p:cNvSpPr txBox="1">
            <a:spLocks noGrp="1"/>
          </p:cNvSpPr>
          <p:nvPr>
            <p:ph type="ctrTitle"/>
          </p:nvPr>
        </p:nvSpPr>
        <p:spPr>
          <a:xfrm>
            <a:off x="6927055" y="3393098"/>
            <a:ext cx="4957396" cy="1896078"/>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4400">
                <a:solidFill>
                  <a:schemeClr val="dk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2" name="Google Shape;32;p80"/>
          <p:cNvSpPr txBox="1">
            <a:spLocks noGrp="1"/>
          </p:cNvSpPr>
          <p:nvPr>
            <p:ph type="subTitle" idx="1"/>
          </p:nvPr>
        </p:nvSpPr>
        <p:spPr>
          <a:xfrm>
            <a:off x="6926322" y="5289177"/>
            <a:ext cx="4957396" cy="1157610"/>
          </a:xfrm>
          <a:prstGeom prst="rect">
            <a:avLst/>
          </a:prstGeom>
          <a:noFill/>
          <a:ln>
            <a:noFill/>
          </a:ln>
        </p:spPr>
        <p:txBody>
          <a:bodyPr spcFirstLastPara="1" wrap="square" lIns="91425" tIns="45700" rIns="91425" bIns="45700" anchor="ctr" anchorCtr="0">
            <a:noAutofit/>
          </a:bodyPr>
          <a:lstStyle>
            <a:lvl1pPr lvl="0" algn="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33"/>
        <p:cNvGrpSpPr/>
        <p:nvPr/>
      </p:nvGrpSpPr>
      <p:grpSpPr>
        <a:xfrm>
          <a:off x="0" y="0"/>
          <a:ext cx="0" cy="0"/>
          <a:chOff x="0" y="0"/>
          <a:chExt cx="0" cy="0"/>
        </a:xfrm>
      </p:grpSpPr>
      <p:pic>
        <p:nvPicPr>
          <p:cNvPr id="34" name="Google Shape;34;p81" descr="A close-up of a computer chip&#10;&#10;AI-generated content may be incorrect."/>
          <p:cNvPicPr preferRelativeResize="0"/>
          <p:nvPr/>
        </p:nvPicPr>
        <p:blipFill rotWithShape="1">
          <a:blip r:embed="rId2">
            <a:alphaModFix/>
          </a:blip>
          <a:srcRect/>
          <a:stretch/>
        </p:blipFill>
        <p:spPr>
          <a:xfrm>
            <a:off x="-65545" y="-264577"/>
            <a:ext cx="12380257" cy="7372511"/>
          </a:xfrm>
          <a:prstGeom prst="rect">
            <a:avLst/>
          </a:prstGeom>
          <a:noFill/>
          <a:ln>
            <a:noFill/>
          </a:ln>
        </p:spPr>
      </p:pic>
      <p:sp>
        <p:nvSpPr>
          <p:cNvPr id="35" name="Google Shape;35;p81"/>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81"/>
          <p:cNvSpPr txBox="1">
            <a:spLocks noGrp="1"/>
          </p:cNvSpPr>
          <p:nvPr>
            <p:ph type="ftr" idx="11"/>
          </p:nvPr>
        </p:nvSpPr>
        <p:spPr>
          <a:xfrm>
            <a:off x="4027714" y="6446786"/>
            <a:ext cx="7856003"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1"/>
          <p:cNvSpPr/>
          <p:nvPr/>
        </p:nvSpPr>
        <p:spPr>
          <a:xfrm>
            <a:off x="4413737" y="-70338"/>
            <a:ext cx="7842740" cy="6998676"/>
          </a:xfrm>
          <a:custGeom>
            <a:avLst/>
            <a:gdLst/>
            <a:ahLst/>
            <a:cxnLst/>
            <a:rect l="l" t="t" r="r" b="b"/>
            <a:pathLst>
              <a:path w="7781193" h="6884376" extrusionOk="0">
                <a:moveTo>
                  <a:pt x="7781193" y="6866792"/>
                </a:moveTo>
                <a:lnTo>
                  <a:pt x="0" y="6884376"/>
                </a:lnTo>
                <a:lnTo>
                  <a:pt x="5908431" y="0"/>
                </a:lnTo>
                <a:lnTo>
                  <a:pt x="7772400" y="8792"/>
                </a:lnTo>
                <a:lnTo>
                  <a:pt x="7781193" y="6866792"/>
                </a:lnTo>
                <a:close/>
              </a:path>
            </a:pathLst>
          </a:custGeom>
          <a:solidFill>
            <a:srgbClr val="FFFFFF">
              <a:alpha val="80000"/>
            </a:srgbClr>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8" name="Google Shape;38;p81" descr="A logo for a company&#10;&#10;AI-generated content may be incorrect."/>
          <p:cNvPicPr preferRelativeResize="0"/>
          <p:nvPr/>
        </p:nvPicPr>
        <p:blipFill rotWithShape="1">
          <a:blip r:embed="rId3">
            <a:alphaModFix/>
          </a:blip>
          <a:srcRect b="42486"/>
          <a:stretch/>
        </p:blipFill>
        <p:spPr>
          <a:xfrm>
            <a:off x="9284677" y="645014"/>
            <a:ext cx="2636409" cy="1516296"/>
          </a:xfrm>
          <a:prstGeom prst="rect">
            <a:avLst/>
          </a:prstGeom>
          <a:noFill/>
          <a:ln>
            <a:noFill/>
          </a:ln>
        </p:spPr>
      </p:pic>
      <p:sp>
        <p:nvSpPr>
          <p:cNvPr id="39" name="Google Shape;39;p81"/>
          <p:cNvSpPr txBox="1">
            <a:spLocks noGrp="1"/>
          </p:cNvSpPr>
          <p:nvPr>
            <p:ph type="ctrTitle"/>
          </p:nvPr>
        </p:nvSpPr>
        <p:spPr>
          <a:xfrm>
            <a:off x="6927055" y="3393098"/>
            <a:ext cx="4957396" cy="1896078"/>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4400">
                <a:solidFill>
                  <a:schemeClr val="dk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0" name="Google Shape;40;p81"/>
          <p:cNvSpPr txBox="1">
            <a:spLocks noGrp="1"/>
          </p:cNvSpPr>
          <p:nvPr>
            <p:ph type="subTitle" idx="1"/>
          </p:nvPr>
        </p:nvSpPr>
        <p:spPr>
          <a:xfrm>
            <a:off x="6926322" y="5289177"/>
            <a:ext cx="4957396" cy="1157610"/>
          </a:xfrm>
          <a:prstGeom prst="rect">
            <a:avLst/>
          </a:prstGeom>
          <a:noFill/>
          <a:ln>
            <a:noFill/>
          </a:ln>
        </p:spPr>
        <p:txBody>
          <a:bodyPr spcFirstLastPara="1" wrap="square" lIns="91425" tIns="45700" rIns="91425" bIns="45700" anchor="ctr" anchorCtr="0">
            <a:noAutofit/>
          </a:bodyPr>
          <a:lstStyle>
            <a:lvl1pPr lvl="0" algn="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1"/>
        <p:cNvGrpSpPr/>
        <p:nvPr/>
      </p:nvGrpSpPr>
      <p:grpSpPr>
        <a:xfrm>
          <a:off x="0" y="0"/>
          <a:ext cx="0" cy="0"/>
          <a:chOff x="0" y="0"/>
          <a:chExt cx="0" cy="0"/>
        </a:xfrm>
      </p:grpSpPr>
      <p:sp>
        <p:nvSpPr>
          <p:cNvPr id="42" name="Google Shape;42;p82"/>
          <p:cNvSpPr txBox="1">
            <a:spLocks noGrp="1"/>
          </p:cNvSpPr>
          <p:nvPr>
            <p:ph type="title"/>
          </p:nvPr>
        </p:nvSpPr>
        <p:spPr>
          <a:xfrm>
            <a:off x="508000" y="360363"/>
            <a:ext cx="11139714"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 name="Google Shape;43;p82"/>
          <p:cNvSpPr txBox="1">
            <a:spLocks noGrp="1"/>
          </p:cNvSpPr>
          <p:nvPr>
            <p:ph type="body" idx="1"/>
          </p:nvPr>
        </p:nvSpPr>
        <p:spPr>
          <a:xfrm>
            <a:off x="508000" y="1600201"/>
            <a:ext cx="11139714" cy="47053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82"/>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2"/>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83"/>
          <p:cNvSpPr txBox="1">
            <a:spLocks noGrp="1"/>
          </p:cNvSpPr>
          <p:nvPr>
            <p:ph type="title"/>
          </p:nvPr>
        </p:nvSpPr>
        <p:spPr>
          <a:xfrm>
            <a:off x="508000" y="360363"/>
            <a:ext cx="11139714"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8" name="Google Shape;48;p83"/>
          <p:cNvSpPr txBox="1">
            <a:spLocks noGrp="1"/>
          </p:cNvSpPr>
          <p:nvPr>
            <p:ph type="body" idx="1"/>
          </p:nvPr>
        </p:nvSpPr>
        <p:spPr>
          <a:xfrm>
            <a:off x="517070" y="1515278"/>
            <a:ext cx="5353793" cy="447880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sz="2800"/>
            </a:lvl1pPr>
            <a:lvl2pPr marL="914400" lvl="1" indent="-228600" algn="l">
              <a:lnSpc>
                <a:spcPct val="90000"/>
              </a:lnSpc>
              <a:spcBef>
                <a:spcPts val="500"/>
              </a:spcBef>
              <a:spcAft>
                <a:spcPts val="0"/>
              </a:spcAft>
              <a:buSzPts val="1400"/>
              <a:buNone/>
              <a:defRPr sz="2400"/>
            </a:lvl2pPr>
            <a:lvl3pPr marL="1371600" lvl="2" indent="-228600" algn="l">
              <a:lnSpc>
                <a:spcPct val="90000"/>
              </a:lnSpc>
              <a:spcBef>
                <a:spcPts val="500"/>
              </a:spcBef>
              <a:spcAft>
                <a:spcPts val="0"/>
              </a:spcAft>
              <a:buSzPts val="1400"/>
              <a:buNone/>
              <a:defRPr sz="2000"/>
            </a:lvl3pPr>
            <a:lvl4pPr marL="1828800" lvl="3" indent="-228600" algn="l">
              <a:lnSpc>
                <a:spcPct val="90000"/>
              </a:lnSpc>
              <a:spcBef>
                <a:spcPts val="500"/>
              </a:spcBef>
              <a:spcAft>
                <a:spcPts val="0"/>
              </a:spcAft>
              <a:buSzPts val="1400"/>
              <a:buNone/>
              <a:defRPr sz="2000"/>
            </a:lvl4pPr>
            <a:lvl5pPr marL="2286000" lvl="4" indent="-228600" algn="l">
              <a:lnSpc>
                <a:spcPct val="90000"/>
              </a:lnSpc>
              <a:spcBef>
                <a:spcPts val="500"/>
              </a:spcBef>
              <a:spcAft>
                <a:spcPts val="0"/>
              </a:spcAft>
              <a:buSzPts val="1400"/>
              <a:buNone/>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3"/>
          <p:cNvSpPr txBox="1">
            <a:spLocks noGrp="1"/>
          </p:cNvSpPr>
          <p:nvPr>
            <p:ph type="body" idx="2"/>
          </p:nvPr>
        </p:nvSpPr>
        <p:spPr>
          <a:xfrm>
            <a:off x="6321139" y="1526650"/>
            <a:ext cx="5326575" cy="4478805"/>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sz="2800"/>
            </a:lvl1pPr>
            <a:lvl2pPr marL="914400" lvl="1" indent="-228600" algn="l">
              <a:lnSpc>
                <a:spcPct val="90000"/>
              </a:lnSpc>
              <a:spcBef>
                <a:spcPts val="500"/>
              </a:spcBef>
              <a:spcAft>
                <a:spcPts val="0"/>
              </a:spcAft>
              <a:buSzPts val="1400"/>
              <a:buNone/>
              <a:defRPr sz="2400"/>
            </a:lvl2pPr>
            <a:lvl3pPr marL="1371600" lvl="2" indent="-228600" algn="l">
              <a:lnSpc>
                <a:spcPct val="90000"/>
              </a:lnSpc>
              <a:spcBef>
                <a:spcPts val="500"/>
              </a:spcBef>
              <a:spcAft>
                <a:spcPts val="0"/>
              </a:spcAft>
              <a:buSzPts val="1400"/>
              <a:buNone/>
              <a:defRPr sz="2000"/>
            </a:lvl3pPr>
            <a:lvl4pPr marL="1828800" lvl="3" indent="-228600" algn="l">
              <a:lnSpc>
                <a:spcPct val="90000"/>
              </a:lnSpc>
              <a:spcBef>
                <a:spcPts val="500"/>
              </a:spcBef>
              <a:spcAft>
                <a:spcPts val="0"/>
              </a:spcAft>
              <a:buSzPts val="1400"/>
              <a:buNone/>
              <a:defRPr sz="2000"/>
            </a:lvl4pPr>
            <a:lvl5pPr marL="2286000" lvl="4" indent="-228600" algn="l">
              <a:lnSpc>
                <a:spcPct val="90000"/>
              </a:lnSpc>
              <a:spcBef>
                <a:spcPts val="500"/>
              </a:spcBef>
              <a:spcAft>
                <a:spcPts val="0"/>
              </a:spcAft>
              <a:buSzPts val="1400"/>
              <a:buNone/>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3"/>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3"/>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84"/>
          <p:cNvSpPr txBox="1">
            <a:spLocks noGrp="1"/>
          </p:cNvSpPr>
          <p:nvPr>
            <p:ph type="title"/>
          </p:nvPr>
        </p:nvSpPr>
        <p:spPr>
          <a:xfrm>
            <a:off x="509905" y="360045"/>
            <a:ext cx="10515600" cy="68453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4" name="Google Shape;54;p84"/>
          <p:cNvSpPr txBox="1">
            <a:spLocks noGrp="1"/>
          </p:cNvSpPr>
          <p:nvPr>
            <p:ph type="body" idx="1"/>
          </p:nvPr>
        </p:nvSpPr>
        <p:spPr>
          <a:xfrm>
            <a:off x="517071" y="1059754"/>
            <a:ext cx="5312229"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84"/>
          <p:cNvSpPr txBox="1">
            <a:spLocks noGrp="1"/>
          </p:cNvSpPr>
          <p:nvPr>
            <p:ph type="body" idx="2"/>
          </p:nvPr>
        </p:nvSpPr>
        <p:spPr>
          <a:xfrm>
            <a:off x="517071" y="2107098"/>
            <a:ext cx="5312229" cy="4047212"/>
          </a:xfrm>
          <a:prstGeom prst="rect">
            <a:avLst/>
          </a:prstGeom>
          <a:noFill/>
          <a:ln>
            <a:noFill/>
          </a:ln>
        </p:spPr>
        <p:txBody>
          <a:bodyPr spcFirstLastPara="1" wrap="square" lIns="91425" tIns="45700" rIns="91425" bIns="45700" anchor="t" anchorCtr="0">
            <a:noAutofit/>
          </a:bodyPr>
          <a:lstStyle>
            <a:lvl1pPr marL="457200" lvl="0" indent="-355600" algn="l">
              <a:lnSpc>
                <a:spcPct val="90000"/>
              </a:lnSpc>
              <a:spcBef>
                <a:spcPts val="1000"/>
              </a:spcBef>
              <a:spcAft>
                <a:spcPts val="0"/>
              </a:spcAft>
              <a:buClr>
                <a:schemeClr val="dk1"/>
              </a:buClr>
              <a:buSzPts val="2000"/>
              <a:buChar char="•"/>
              <a:defRPr sz="2000"/>
            </a:lvl1pPr>
            <a:lvl2pPr marL="914400" lvl="1" indent="-228600" algn="l">
              <a:lnSpc>
                <a:spcPct val="90000"/>
              </a:lnSpc>
              <a:spcBef>
                <a:spcPts val="500"/>
              </a:spcBef>
              <a:spcAft>
                <a:spcPts val="0"/>
              </a:spcAft>
              <a:buSzPts val="1400"/>
              <a:buNone/>
              <a:defRPr sz="1800"/>
            </a:lvl2pPr>
            <a:lvl3pPr marL="1371600" lvl="2" indent="-228600" algn="l">
              <a:lnSpc>
                <a:spcPct val="90000"/>
              </a:lnSpc>
              <a:spcBef>
                <a:spcPts val="500"/>
              </a:spcBef>
              <a:spcAft>
                <a:spcPts val="0"/>
              </a:spcAft>
              <a:buSzPts val="1400"/>
              <a:buNone/>
              <a:defRPr sz="1600"/>
            </a:lvl3pPr>
            <a:lvl4pPr marL="1828800" lvl="3" indent="-228600" algn="l">
              <a:lnSpc>
                <a:spcPct val="90000"/>
              </a:lnSpc>
              <a:spcBef>
                <a:spcPts val="500"/>
              </a:spcBef>
              <a:spcAft>
                <a:spcPts val="0"/>
              </a:spcAft>
              <a:buSzPts val="1400"/>
              <a:buNone/>
              <a:defRPr sz="1600"/>
            </a:lvl4pPr>
            <a:lvl5pPr marL="2286000" lvl="4" indent="-228600" algn="l">
              <a:lnSpc>
                <a:spcPct val="90000"/>
              </a:lnSpc>
              <a:spcBef>
                <a:spcPts val="500"/>
              </a:spcBef>
              <a:spcAft>
                <a:spcPts val="0"/>
              </a:spcAft>
              <a:buSzPts val="14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84"/>
          <p:cNvSpPr txBox="1">
            <a:spLocks noGrp="1"/>
          </p:cNvSpPr>
          <p:nvPr>
            <p:ph type="body" idx="3"/>
          </p:nvPr>
        </p:nvSpPr>
        <p:spPr>
          <a:xfrm>
            <a:off x="6362700" y="1059754"/>
            <a:ext cx="5312229"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84"/>
          <p:cNvSpPr txBox="1">
            <a:spLocks noGrp="1"/>
          </p:cNvSpPr>
          <p:nvPr>
            <p:ph type="body" idx="4"/>
          </p:nvPr>
        </p:nvSpPr>
        <p:spPr>
          <a:xfrm>
            <a:off x="6362700" y="2107098"/>
            <a:ext cx="5312229" cy="4047212"/>
          </a:xfrm>
          <a:prstGeom prst="rect">
            <a:avLst/>
          </a:prstGeom>
          <a:noFill/>
          <a:ln>
            <a:noFill/>
          </a:ln>
        </p:spPr>
        <p:txBody>
          <a:bodyPr spcFirstLastPara="1" wrap="square" lIns="91425" tIns="45700" rIns="91425" bIns="45700" anchor="t" anchorCtr="0">
            <a:noAutofit/>
          </a:bodyPr>
          <a:lstStyle>
            <a:lvl1pPr marL="457200" lvl="0" indent="-355600" algn="l">
              <a:lnSpc>
                <a:spcPct val="90000"/>
              </a:lnSpc>
              <a:spcBef>
                <a:spcPts val="1000"/>
              </a:spcBef>
              <a:spcAft>
                <a:spcPts val="0"/>
              </a:spcAft>
              <a:buClr>
                <a:schemeClr val="dk1"/>
              </a:buClr>
              <a:buSzPts val="2000"/>
              <a:buChar char="•"/>
              <a:defRPr sz="2000"/>
            </a:lvl1pPr>
            <a:lvl2pPr marL="914400" lvl="1" indent="-228600" algn="l">
              <a:lnSpc>
                <a:spcPct val="90000"/>
              </a:lnSpc>
              <a:spcBef>
                <a:spcPts val="500"/>
              </a:spcBef>
              <a:spcAft>
                <a:spcPts val="0"/>
              </a:spcAft>
              <a:buSzPts val="1400"/>
              <a:buNone/>
              <a:defRPr sz="1800"/>
            </a:lvl2pPr>
            <a:lvl3pPr marL="1371600" lvl="2" indent="-228600" algn="l">
              <a:lnSpc>
                <a:spcPct val="90000"/>
              </a:lnSpc>
              <a:spcBef>
                <a:spcPts val="500"/>
              </a:spcBef>
              <a:spcAft>
                <a:spcPts val="0"/>
              </a:spcAft>
              <a:buSzPts val="1400"/>
              <a:buNone/>
              <a:defRPr sz="1600"/>
            </a:lvl3pPr>
            <a:lvl4pPr marL="1828800" lvl="3" indent="-228600" algn="l">
              <a:lnSpc>
                <a:spcPct val="90000"/>
              </a:lnSpc>
              <a:spcBef>
                <a:spcPts val="500"/>
              </a:spcBef>
              <a:spcAft>
                <a:spcPts val="0"/>
              </a:spcAft>
              <a:buSzPts val="1400"/>
              <a:buNone/>
              <a:defRPr sz="1600"/>
            </a:lvl4pPr>
            <a:lvl5pPr marL="2286000" lvl="4" indent="-228600" algn="l">
              <a:lnSpc>
                <a:spcPct val="90000"/>
              </a:lnSpc>
              <a:spcBef>
                <a:spcPts val="500"/>
              </a:spcBef>
              <a:spcAft>
                <a:spcPts val="0"/>
              </a:spcAft>
              <a:buSzPts val="14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84"/>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4"/>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5"/>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5"/>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3"/>
        <p:cNvGrpSpPr/>
        <p:nvPr/>
      </p:nvGrpSpPr>
      <p:grpSpPr>
        <a:xfrm>
          <a:off x="0" y="0"/>
          <a:ext cx="0" cy="0"/>
          <a:chOff x="0" y="0"/>
          <a:chExt cx="0" cy="0"/>
        </a:xfrm>
      </p:grpSpPr>
      <p:sp>
        <p:nvSpPr>
          <p:cNvPr id="64" name="Google Shape;64;p86"/>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6"/>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6"/>
          <p:cNvSpPr txBox="1"/>
          <p:nvPr/>
        </p:nvSpPr>
        <p:spPr>
          <a:xfrm>
            <a:off x="4396272" y="2830622"/>
            <a:ext cx="3399457"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6000" b="0" i="0" u="none" strike="noStrike" cap="none">
                <a:solidFill>
                  <a:srgbClr val="000000"/>
                </a:solidFill>
                <a:latin typeface="Arial"/>
                <a:ea typeface="Arial"/>
                <a:cs typeface="Arial"/>
                <a:sym typeface="Arial"/>
              </a:rPr>
              <a:t>Thank you</a:t>
            </a:r>
            <a:endParaRPr/>
          </a:p>
        </p:txBody>
      </p:sp>
      <p:pic>
        <p:nvPicPr>
          <p:cNvPr id="67" name="Google Shape;67;p86" descr="A close-up of a computer chip&#10;&#10;AI-generated content may be incorrect."/>
          <p:cNvPicPr preferRelativeResize="0"/>
          <p:nvPr/>
        </p:nvPicPr>
        <p:blipFill rotWithShape="1">
          <a:blip r:embed="rId2">
            <a:alphaModFix/>
          </a:blip>
          <a:srcRect t="58174" b="34696"/>
          <a:stretch/>
        </p:blipFill>
        <p:spPr>
          <a:xfrm>
            <a:off x="-94129" y="5186243"/>
            <a:ext cx="12380257" cy="52555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sp>
        <p:nvSpPr>
          <p:cNvPr id="69" name="Google Shape;69;p8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8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228600" algn="l">
              <a:lnSpc>
                <a:spcPct val="90000"/>
              </a:lnSpc>
              <a:spcBef>
                <a:spcPts val="500"/>
              </a:spcBef>
              <a:spcAft>
                <a:spcPts val="0"/>
              </a:spcAft>
              <a:buSzPts val="1400"/>
              <a:buNone/>
              <a:defRPr sz="2800"/>
            </a:lvl2pPr>
            <a:lvl3pPr marL="1371600" lvl="2" indent="-228600" algn="l">
              <a:lnSpc>
                <a:spcPct val="90000"/>
              </a:lnSpc>
              <a:spcBef>
                <a:spcPts val="500"/>
              </a:spcBef>
              <a:spcAft>
                <a:spcPts val="0"/>
              </a:spcAft>
              <a:buSzPts val="1400"/>
              <a:buNone/>
              <a:defRPr sz="2400"/>
            </a:lvl3pPr>
            <a:lvl4pPr marL="1828800" lvl="3" indent="-228600" algn="l">
              <a:lnSpc>
                <a:spcPct val="90000"/>
              </a:lnSpc>
              <a:spcBef>
                <a:spcPts val="500"/>
              </a:spcBef>
              <a:spcAft>
                <a:spcPts val="0"/>
              </a:spcAft>
              <a:buSzPts val="1400"/>
              <a:buNone/>
              <a:defRPr sz="2000"/>
            </a:lvl4pPr>
            <a:lvl5pPr marL="2286000" lvl="4" indent="-228600" algn="l">
              <a:lnSpc>
                <a:spcPct val="90000"/>
              </a:lnSpc>
              <a:spcBef>
                <a:spcPts val="500"/>
              </a:spcBef>
              <a:spcAft>
                <a:spcPts val="0"/>
              </a:spcAft>
              <a:buSzPts val="1400"/>
              <a:buNone/>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1" name="Google Shape;71;p8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87"/>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7"/>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8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6" name="Google Shape;76;p88"/>
          <p:cNvSpPr>
            <a:spLocks noGrp="1"/>
          </p:cNvSpPr>
          <p:nvPr>
            <p:ph type="pic" idx="2"/>
          </p:nvPr>
        </p:nvSpPr>
        <p:spPr>
          <a:xfrm>
            <a:off x="5183188" y="987425"/>
            <a:ext cx="6172200" cy="4873625"/>
          </a:xfrm>
          <a:prstGeom prst="rect">
            <a:avLst/>
          </a:prstGeom>
          <a:noFill/>
          <a:ln>
            <a:noFill/>
          </a:ln>
        </p:spPr>
      </p:sp>
      <p:sp>
        <p:nvSpPr>
          <p:cNvPr id="77" name="Google Shape;77;p8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88"/>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8"/>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89"/>
          <p:cNvSpPr txBox="1">
            <a:spLocks noGrp="1"/>
          </p:cNvSpPr>
          <p:nvPr>
            <p:ph type="title"/>
          </p:nvPr>
        </p:nvSpPr>
        <p:spPr>
          <a:xfrm>
            <a:off x="508000" y="360363"/>
            <a:ext cx="11139714"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2" name="Google Shape;82;p89"/>
          <p:cNvSpPr txBox="1">
            <a:spLocks noGrp="1"/>
          </p:cNvSpPr>
          <p:nvPr>
            <p:ph type="body" idx="1"/>
          </p:nvPr>
        </p:nvSpPr>
        <p:spPr>
          <a:xfrm rot="5400000">
            <a:off x="3725182" y="-1616981"/>
            <a:ext cx="4705350" cy="1113971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89"/>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9"/>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90"/>
          <p:cNvSpPr txBox="1">
            <a:spLocks noGrp="1"/>
          </p:cNvSpPr>
          <p:nvPr>
            <p:ph type="title"/>
          </p:nvPr>
        </p:nvSpPr>
        <p:spPr>
          <a:xfrm rot="-5400000">
            <a:off x="-753269"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7" name="Google Shape;87;p90"/>
          <p:cNvSpPr txBox="1">
            <a:spLocks noGrp="1"/>
          </p:cNvSpPr>
          <p:nvPr>
            <p:ph type="body" idx="1"/>
          </p:nvPr>
        </p:nvSpPr>
        <p:spPr>
          <a:xfrm rot="-5400000">
            <a:off x="44283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90"/>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90"/>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90"/>
        <p:cNvGrpSpPr/>
        <p:nvPr/>
      </p:nvGrpSpPr>
      <p:grpSpPr>
        <a:xfrm>
          <a:off x="0" y="0"/>
          <a:ext cx="0" cy="0"/>
          <a:chOff x="0" y="0"/>
          <a:chExt cx="0" cy="0"/>
        </a:xfrm>
      </p:grpSpPr>
      <p:sp>
        <p:nvSpPr>
          <p:cNvPr id="91" name="Google Shape;91;p91"/>
          <p:cNvSpPr txBox="1">
            <a:spLocks noGrp="1"/>
          </p:cNvSpPr>
          <p:nvPr>
            <p:ph type="title"/>
          </p:nvPr>
        </p:nvSpPr>
        <p:spPr>
          <a:xfrm>
            <a:off x="508000" y="360363"/>
            <a:ext cx="11139714"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91"/>
          <p:cNvSpPr txBox="1">
            <a:spLocks noGrp="1"/>
          </p:cNvSpPr>
          <p:nvPr>
            <p:ph type="body" idx="1"/>
          </p:nvPr>
        </p:nvSpPr>
        <p:spPr>
          <a:xfrm>
            <a:off x="508000" y="1600201"/>
            <a:ext cx="11139714" cy="47053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91"/>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91"/>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p:cSld name="1_Title and Content">
    <p:bg>
      <p:bgPr>
        <a:solidFill>
          <a:schemeClr val="lt1"/>
        </a:solidFill>
        <a:effectLst/>
      </p:bgPr>
    </p:bg>
    <p:spTree>
      <p:nvGrpSpPr>
        <p:cNvPr id="1" name="Shape 95"/>
        <p:cNvGrpSpPr/>
        <p:nvPr/>
      </p:nvGrpSpPr>
      <p:grpSpPr>
        <a:xfrm>
          <a:off x="0" y="0"/>
          <a:ext cx="0" cy="0"/>
          <a:chOff x="0" y="0"/>
          <a:chExt cx="0" cy="0"/>
        </a:xfrm>
      </p:grpSpPr>
      <p:sp>
        <p:nvSpPr>
          <p:cNvPr id="96" name="Google Shape;96;p92"/>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400"/>
              <a:buFont typeface="Darker Grotesque SemiBold"/>
              <a:buNone/>
              <a:defRPr sz="4400"/>
            </a:lvl1pPr>
            <a:lvl2pPr lvl="1" algn="l">
              <a:lnSpc>
                <a:spcPct val="90000"/>
              </a:lnSpc>
              <a:spcBef>
                <a:spcPts val="0"/>
              </a:spcBef>
              <a:spcAft>
                <a:spcPts val="0"/>
              </a:spcAft>
              <a:buClr>
                <a:schemeClr val="dk1"/>
              </a:buClr>
              <a:buSzPts val="1400"/>
              <a:buFont typeface="Darker Grotesque SemiBold"/>
              <a:buNone/>
              <a:defRPr/>
            </a:lvl2pPr>
            <a:lvl3pPr lvl="2" algn="l">
              <a:lnSpc>
                <a:spcPct val="90000"/>
              </a:lnSpc>
              <a:spcBef>
                <a:spcPts val="0"/>
              </a:spcBef>
              <a:spcAft>
                <a:spcPts val="0"/>
              </a:spcAft>
              <a:buClr>
                <a:schemeClr val="dk1"/>
              </a:buClr>
              <a:buSzPts val="1400"/>
              <a:buFont typeface="Darker Grotesque SemiBold"/>
              <a:buNone/>
              <a:defRPr/>
            </a:lvl3pPr>
            <a:lvl4pPr lvl="3" algn="l">
              <a:lnSpc>
                <a:spcPct val="90000"/>
              </a:lnSpc>
              <a:spcBef>
                <a:spcPts val="0"/>
              </a:spcBef>
              <a:spcAft>
                <a:spcPts val="0"/>
              </a:spcAft>
              <a:buClr>
                <a:schemeClr val="dk1"/>
              </a:buClr>
              <a:buSzPts val="1400"/>
              <a:buFont typeface="Darker Grotesque SemiBold"/>
              <a:buNone/>
              <a:defRPr/>
            </a:lvl4pPr>
            <a:lvl5pPr lvl="4" algn="l">
              <a:lnSpc>
                <a:spcPct val="90000"/>
              </a:lnSpc>
              <a:spcBef>
                <a:spcPts val="0"/>
              </a:spcBef>
              <a:spcAft>
                <a:spcPts val="0"/>
              </a:spcAft>
              <a:buClr>
                <a:schemeClr val="dk1"/>
              </a:buClr>
              <a:buSzPts val="1400"/>
              <a:buFont typeface="Darker Grotesque SemiBold"/>
              <a:buNone/>
              <a:defRPr/>
            </a:lvl5pPr>
            <a:lvl6pPr lvl="5" algn="l">
              <a:lnSpc>
                <a:spcPct val="90000"/>
              </a:lnSpc>
              <a:spcBef>
                <a:spcPts val="0"/>
              </a:spcBef>
              <a:spcAft>
                <a:spcPts val="0"/>
              </a:spcAft>
              <a:buClr>
                <a:schemeClr val="dk1"/>
              </a:buClr>
              <a:buSzPts val="1400"/>
              <a:buFont typeface="Darker Grotesque SemiBold"/>
              <a:buNone/>
              <a:defRPr/>
            </a:lvl6pPr>
            <a:lvl7pPr lvl="6" algn="l">
              <a:lnSpc>
                <a:spcPct val="90000"/>
              </a:lnSpc>
              <a:spcBef>
                <a:spcPts val="0"/>
              </a:spcBef>
              <a:spcAft>
                <a:spcPts val="0"/>
              </a:spcAft>
              <a:buClr>
                <a:schemeClr val="dk1"/>
              </a:buClr>
              <a:buSzPts val="1400"/>
              <a:buFont typeface="Darker Grotesque SemiBold"/>
              <a:buNone/>
              <a:defRPr/>
            </a:lvl7pPr>
            <a:lvl8pPr lvl="7" algn="l">
              <a:lnSpc>
                <a:spcPct val="90000"/>
              </a:lnSpc>
              <a:spcBef>
                <a:spcPts val="0"/>
              </a:spcBef>
              <a:spcAft>
                <a:spcPts val="0"/>
              </a:spcAft>
              <a:buClr>
                <a:schemeClr val="dk1"/>
              </a:buClr>
              <a:buSzPts val="1400"/>
              <a:buFont typeface="Darker Grotesque SemiBold"/>
              <a:buNone/>
              <a:defRPr/>
            </a:lvl8pPr>
            <a:lvl9pPr lvl="8" algn="l">
              <a:lnSpc>
                <a:spcPct val="90000"/>
              </a:lnSpc>
              <a:spcBef>
                <a:spcPts val="0"/>
              </a:spcBef>
              <a:spcAft>
                <a:spcPts val="0"/>
              </a:spcAft>
              <a:buClr>
                <a:schemeClr val="dk1"/>
              </a:buClr>
              <a:buSzPts val="1400"/>
              <a:buFont typeface="Darker Grotesque SemiBold"/>
              <a:buNone/>
              <a:defRPr/>
            </a:lvl9pPr>
          </a:lstStyle>
          <a:p>
            <a:endParaRPr/>
          </a:p>
        </p:txBody>
      </p:sp>
      <p:sp>
        <p:nvSpPr>
          <p:cNvPr id="97" name="Google Shape;97;p92"/>
          <p:cNvSpPr txBox="1">
            <a:spLocks noGrp="1"/>
          </p:cNvSpPr>
          <p:nvPr>
            <p:ph type="body" idx="1"/>
          </p:nvPr>
        </p:nvSpPr>
        <p:spPr>
          <a:xfrm>
            <a:off x="508000" y="1371600"/>
            <a:ext cx="4045712" cy="5029200"/>
          </a:xfrm>
          <a:prstGeom prst="rect">
            <a:avLst/>
          </a:prstGeom>
          <a:solidFill>
            <a:schemeClr val="accent3"/>
          </a:solid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lt1"/>
              </a:buClr>
              <a:buSzPts val="3200"/>
              <a:buChar char="•"/>
              <a:defRPr>
                <a:solidFill>
                  <a:schemeClr val="lt1"/>
                </a:solidFill>
              </a:defRPr>
            </a:lvl1pPr>
            <a:lvl2pPr marL="914400" lvl="1" indent="-342900" algn="l">
              <a:lnSpc>
                <a:spcPct val="90000"/>
              </a:lnSpc>
              <a:spcBef>
                <a:spcPts val="500"/>
              </a:spcBef>
              <a:spcAft>
                <a:spcPts val="0"/>
              </a:spcAft>
              <a:buClr>
                <a:schemeClr val="lt1"/>
              </a:buClr>
              <a:buSzPts val="1800"/>
              <a:buFont typeface="Courier New"/>
              <a:buChar char="o"/>
              <a:defRPr sz="2400">
                <a:solidFill>
                  <a:schemeClr val="lt1"/>
                </a:solidFill>
              </a:defRPr>
            </a:lvl2pPr>
            <a:lvl3pPr marL="1371600" lvl="2" indent="-381000" algn="l">
              <a:lnSpc>
                <a:spcPct val="90000"/>
              </a:lnSpc>
              <a:spcBef>
                <a:spcPts val="500"/>
              </a:spcBef>
              <a:spcAft>
                <a:spcPts val="0"/>
              </a:spcAft>
              <a:buClr>
                <a:schemeClr val="lt1"/>
              </a:buClr>
              <a:buSzPts val="2400"/>
              <a:buFont typeface="Arial"/>
              <a:buChar char="•"/>
              <a:defRPr sz="2400">
                <a:solidFill>
                  <a:schemeClr val="lt1"/>
                </a:solidFill>
              </a:defRPr>
            </a:lvl3pPr>
            <a:lvl4pPr marL="1828800" lvl="3" indent="-342900" algn="l">
              <a:lnSpc>
                <a:spcPct val="90000"/>
              </a:lnSpc>
              <a:spcBef>
                <a:spcPts val="500"/>
              </a:spcBef>
              <a:spcAft>
                <a:spcPts val="0"/>
              </a:spcAft>
              <a:buClr>
                <a:schemeClr val="lt2"/>
              </a:buClr>
              <a:buSzPts val="1800"/>
              <a:buFont typeface="Courier New"/>
              <a:buChar char="o"/>
              <a:defRPr sz="2400"/>
            </a:lvl4pPr>
            <a:lvl5pPr marL="2286000" lvl="4" indent="-381000" algn="l">
              <a:lnSpc>
                <a:spcPct val="90000"/>
              </a:lnSpc>
              <a:spcBef>
                <a:spcPts val="500"/>
              </a:spcBef>
              <a:spcAft>
                <a:spcPts val="0"/>
              </a:spcAft>
              <a:buClr>
                <a:schemeClr val="lt2"/>
              </a:buClr>
              <a:buSzPts val="2400"/>
              <a:buFont typeface="Arial"/>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92"/>
          <p:cNvSpPr txBox="1">
            <a:spLocks noGrp="1"/>
          </p:cNvSpPr>
          <p:nvPr>
            <p:ph type="dt" idx="10"/>
          </p:nvPr>
        </p:nvSpPr>
        <p:spPr>
          <a:xfrm>
            <a:off x="481584" y="649351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92"/>
          <p:cNvSpPr txBox="1">
            <a:spLocks noGrp="1"/>
          </p:cNvSpPr>
          <p:nvPr>
            <p:ph type="ftr" idx="11"/>
          </p:nvPr>
        </p:nvSpPr>
        <p:spPr>
          <a:xfrm>
            <a:off x="8389938" y="6493510"/>
            <a:ext cx="337839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92"/>
          <p:cNvSpPr txBox="1">
            <a:spLocks noGrp="1"/>
          </p:cNvSpPr>
          <p:nvPr>
            <p:ph type="body" idx="2"/>
          </p:nvPr>
        </p:nvSpPr>
        <p:spPr>
          <a:xfrm>
            <a:off x="4727448" y="1371600"/>
            <a:ext cx="6986016" cy="5029200"/>
          </a:xfrm>
          <a:prstGeom prst="rect">
            <a:avLst/>
          </a:prstGeom>
          <a:no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361950" algn="l">
              <a:lnSpc>
                <a:spcPct val="90000"/>
              </a:lnSpc>
              <a:spcBef>
                <a:spcPts val="500"/>
              </a:spcBef>
              <a:spcAft>
                <a:spcPts val="0"/>
              </a:spcAft>
              <a:buClr>
                <a:schemeClr val="dk1"/>
              </a:buClr>
              <a:buSzPts val="2100"/>
              <a:buChar char="o"/>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23850" algn="l">
              <a:lnSpc>
                <a:spcPct val="90000"/>
              </a:lnSpc>
              <a:spcBef>
                <a:spcPts val="500"/>
              </a:spcBef>
              <a:spcAft>
                <a:spcPts val="0"/>
              </a:spcAft>
              <a:buClr>
                <a:schemeClr val="dk1"/>
              </a:buClr>
              <a:buSzPts val="1500"/>
              <a:buChar char="o"/>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7"/>
        <p:cNvGrpSpPr/>
        <p:nvPr/>
      </p:nvGrpSpPr>
      <p:grpSpPr>
        <a:xfrm>
          <a:off x="0" y="0"/>
          <a:ext cx="0" cy="0"/>
          <a:chOff x="0" y="0"/>
          <a:chExt cx="0" cy="0"/>
        </a:xfrm>
      </p:grpSpPr>
      <p:sp>
        <p:nvSpPr>
          <p:cNvPr id="108" name="Google Shape;108;p9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9" name="Google Shape;109;p9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2"/>
              </a:buClr>
              <a:buSzPts val="2400"/>
              <a:buNone/>
              <a:defRPr sz="2400"/>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0" name="Google Shape;110;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94"/>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2"/>
        <p:cNvGrpSpPr/>
        <p:nvPr/>
      </p:nvGrpSpPr>
      <p:grpSpPr>
        <a:xfrm>
          <a:off x="0" y="0"/>
          <a:ext cx="0" cy="0"/>
          <a:chOff x="0" y="0"/>
          <a:chExt cx="0" cy="0"/>
        </a:xfrm>
      </p:grpSpPr>
      <p:sp>
        <p:nvSpPr>
          <p:cNvPr id="113" name="Google Shape;113;p95"/>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4" name="Google Shape;114;p95"/>
          <p:cNvSpPr txBox="1">
            <a:spLocks noGrp="1"/>
          </p:cNvSpPr>
          <p:nvPr>
            <p:ph type="body" idx="1"/>
          </p:nvPr>
        </p:nvSpPr>
        <p:spPr>
          <a:xfrm>
            <a:off x="838200" y="1954213"/>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95"/>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7"/>
        <p:cNvGrpSpPr/>
        <p:nvPr/>
      </p:nvGrpSpPr>
      <p:grpSpPr>
        <a:xfrm>
          <a:off x="0" y="0"/>
          <a:ext cx="0" cy="0"/>
          <a:chOff x="0" y="0"/>
          <a:chExt cx="0" cy="0"/>
        </a:xfrm>
      </p:grpSpPr>
      <p:sp>
        <p:nvSpPr>
          <p:cNvPr id="118" name="Google Shape;118;p9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solidFill>
                  <a:schemeClr val="lt2"/>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9" name="Google Shape;119;p9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2400"/>
              <a:buNone/>
              <a:defRPr sz="2400">
                <a:solidFill>
                  <a:schemeClr val="lt2"/>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20" name="Google Shape;120;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96"/>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2"/>
        <p:cNvGrpSpPr/>
        <p:nvPr/>
      </p:nvGrpSpPr>
      <p:grpSpPr>
        <a:xfrm>
          <a:off x="0" y="0"/>
          <a:ext cx="0" cy="0"/>
          <a:chOff x="0" y="0"/>
          <a:chExt cx="0" cy="0"/>
        </a:xfrm>
      </p:grpSpPr>
      <p:sp>
        <p:nvSpPr>
          <p:cNvPr id="123" name="Google Shape;123;p97"/>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4" name="Google Shape;124;p97"/>
          <p:cNvSpPr txBox="1">
            <a:spLocks noGrp="1"/>
          </p:cNvSpPr>
          <p:nvPr>
            <p:ph type="body" idx="1"/>
          </p:nvPr>
        </p:nvSpPr>
        <p:spPr>
          <a:xfrm>
            <a:off x="838200" y="209994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97"/>
          <p:cNvSpPr txBox="1">
            <a:spLocks noGrp="1"/>
          </p:cNvSpPr>
          <p:nvPr>
            <p:ph type="body" idx="2"/>
          </p:nvPr>
        </p:nvSpPr>
        <p:spPr>
          <a:xfrm>
            <a:off x="6172200" y="209994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97"/>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8"/>
        <p:cNvGrpSpPr/>
        <p:nvPr/>
      </p:nvGrpSpPr>
      <p:grpSpPr>
        <a:xfrm>
          <a:off x="0" y="0"/>
          <a:ext cx="0" cy="0"/>
          <a:chOff x="0" y="0"/>
          <a:chExt cx="0" cy="0"/>
        </a:xfrm>
      </p:grpSpPr>
      <p:sp>
        <p:nvSpPr>
          <p:cNvPr id="129" name="Google Shape;129;p98"/>
          <p:cNvSpPr txBox="1">
            <a:spLocks noGrp="1"/>
          </p:cNvSpPr>
          <p:nvPr>
            <p:ph type="title"/>
          </p:nvPr>
        </p:nvSpPr>
        <p:spPr>
          <a:xfrm>
            <a:off x="509905" y="360045"/>
            <a:ext cx="10515600" cy="68453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0" name="Google Shape;130;p98"/>
          <p:cNvSpPr txBox="1">
            <a:spLocks noGrp="1"/>
          </p:cNvSpPr>
          <p:nvPr>
            <p:ph type="body" idx="1"/>
          </p:nvPr>
        </p:nvSpPr>
        <p:spPr>
          <a:xfrm>
            <a:off x="839788" y="1695768"/>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2"/>
              </a:buClr>
              <a:buSzPts val="3200"/>
              <a:buNone/>
              <a:defRPr sz="3200" b="1"/>
            </a:lvl1pPr>
            <a:lvl2pPr marL="914400" lvl="1" indent="-228600" algn="l">
              <a:lnSpc>
                <a:spcPct val="90000"/>
              </a:lnSpc>
              <a:spcBef>
                <a:spcPts val="500"/>
              </a:spcBef>
              <a:spcAft>
                <a:spcPts val="0"/>
              </a:spcAft>
              <a:buClr>
                <a:schemeClr val="lt2"/>
              </a:buClr>
              <a:buSzPts val="2000"/>
              <a:buNone/>
              <a:defRPr sz="2000" b="1"/>
            </a:lvl2pPr>
            <a:lvl3pPr marL="1371600" lvl="2" indent="-228600" algn="l">
              <a:lnSpc>
                <a:spcPct val="90000"/>
              </a:lnSpc>
              <a:spcBef>
                <a:spcPts val="500"/>
              </a:spcBef>
              <a:spcAft>
                <a:spcPts val="0"/>
              </a:spcAft>
              <a:buClr>
                <a:schemeClr val="lt2"/>
              </a:buClr>
              <a:buSzPts val="1800"/>
              <a:buNone/>
              <a:defRPr sz="1800" b="1"/>
            </a:lvl3pPr>
            <a:lvl4pPr marL="1828800" lvl="3" indent="-228600" algn="l">
              <a:lnSpc>
                <a:spcPct val="90000"/>
              </a:lnSpc>
              <a:spcBef>
                <a:spcPts val="500"/>
              </a:spcBef>
              <a:spcAft>
                <a:spcPts val="0"/>
              </a:spcAft>
              <a:buClr>
                <a:schemeClr val="lt2"/>
              </a:buClr>
              <a:buSzPts val="1600"/>
              <a:buNone/>
              <a:defRPr sz="1600" b="1"/>
            </a:lvl4pPr>
            <a:lvl5pPr marL="2286000" lvl="4" indent="-228600" algn="l">
              <a:lnSpc>
                <a:spcPct val="90000"/>
              </a:lnSpc>
              <a:spcBef>
                <a:spcPts val="500"/>
              </a:spcBef>
              <a:spcAft>
                <a:spcPts val="0"/>
              </a:spcAft>
              <a:buClr>
                <a:schemeClr val="lt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1" name="Google Shape;131;p98"/>
          <p:cNvSpPr txBox="1">
            <a:spLocks noGrp="1"/>
          </p:cNvSpPr>
          <p:nvPr>
            <p:ph type="body" idx="2"/>
          </p:nvPr>
        </p:nvSpPr>
        <p:spPr>
          <a:xfrm>
            <a:off x="839788" y="2672080"/>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98"/>
          <p:cNvSpPr txBox="1">
            <a:spLocks noGrp="1"/>
          </p:cNvSpPr>
          <p:nvPr>
            <p:ph type="body" idx="3"/>
          </p:nvPr>
        </p:nvSpPr>
        <p:spPr>
          <a:xfrm>
            <a:off x="6172200" y="1695768"/>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2"/>
              </a:buClr>
              <a:buSzPts val="3200"/>
              <a:buNone/>
              <a:defRPr sz="3200" b="1"/>
            </a:lvl1pPr>
            <a:lvl2pPr marL="914400" lvl="1" indent="-228600" algn="l">
              <a:lnSpc>
                <a:spcPct val="90000"/>
              </a:lnSpc>
              <a:spcBef>
                <a:spcPts val="500"/>
              </a:spcBef>
              <a:spcAft>
                <a:spcPts val="0"/>
              </a:spcAft>
              <a:buClr>
                <a:schemeClr val="lt2"/>
              </a:buClr>
              <a:buSzPts val="2000"/>
              <a:buNone/>
              <a:defRPr sz="2000" b="1"/>
            </a:lvl2pPr>
            <a:lvl3pPr marL="1371600" lvl="2" indent="-228600" algn="l">
              <a:lnSpc>
                <a:spcPct val="90000"/>
              </a:lnSpc>
              <a:spcBef>
                <a:spcPts val="500"/>
              </a:spcBef>
              <a:spcAft>
                <a:spcPts val="0"/>
              </a:spcAft>
              <a:buClr>
                <a:schemeClr val="lt2"/>
              </a:buClr>
              <a:buSzPts val="1800"/>
              <a:buNone/>
              <a:defRPr sz="1800" b="1"/>
            </a:lvl3pPr>
            <a:lvl4pPr marL="1828800" lvl="3" indent="-228600" algn="l">
              <a:lnSpc>
                <a:spcPct val="90000"/>
              </a:lnSpc>
              <a:spcBef>
                <a:spcPts val="500"/>
              </a:spcBef>
              <a:spcAft>
                <a:spcPts val="0"/>
              </a:spcAft>
              <a:buClr>
                <a:schemeClr val="lt2"/>
              </a:buClr>
              <a:buSzPts val="1600"/>
              <a:buNone/>
              <a:defRPr sz="1600" b="1"/>
            </a:lvl4pPr>
            <a:lvl5pPr marL="2286000" lvl="4" indent="-228600" algn="l">
              <a:lnSpc>
                <a:spcPct val="90000"/>
              </a:lnSpc>
              <a:spcBef>
                <a:spcPts val="500"/>
              </a:spcBef>
              <a:spcAft>
                <a:spcPts val="0"/>
              </a:spcAft>
              <a:buClr>
                <a:schemeClr val="lt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3" name="Google Shape;133;p98"/>
          <p:cNvSpPr txBox="1">
            <a:spLocks noGrp="1"/>
          </p:cNvSpPr>
          <p:nvPr>
            <p:ph type="body" idx="4"/>
          </p:nvPr>
        </p:nvSpPr>
        <p:spPr>
          <a:xfrm>
            <a:off x="6172200" y="2672080"/>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98"/>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6"/>
        <p:cNvGrpSpPr/>
        <p:nvPr/>
      </p:nvGrpSpPr>
      <p:grpSpPr>
        <a:xfrm>
          <a:off x="0" y="0"/>
          <a:ext cx="0" cy="0"/>
          <a:chOff x="0" y="0"/>
          <a:chExt cx="0" cy="0"/>
        </a:xfrm>
      </p:grpSpPr>
      <p:sp>
        <p:nvSpPr>
          <p:cNvPr id="137" name="Google Shape;137;p99"/>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8" name="Google Shape;138;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99"/>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100"/>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3"/>
        <p:cNvGrpSpPr/>
        <p:nvPr/>
      </p:nvGrpSpPr>
      <p:grpSpPr>
        <a:xfrm>
          <a:off x="0" y="0"/>
          <a:ext cx="0" cy="0"/>
          <a:chOff x="0" y="0"/>
          <a:chExt cx="0" cy="0"/>
        </a:xfrm>
      </p:grpSpPr>
      <p:sp>
        <p:nvSpPr>
          <p:cNvPr id="144" name="Google Shape;144;p10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5" name="Google Shape;145;p10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lt2"/>
              </a:buClr>
              <a:buSzPts val="3200"/>
              <a:buChar char="•"/>
              <a:defRPr sz="3200"/>
            </a:lvl1pPr>
            <a:lvl2pPr marL="914400" lvl="1" indent="-228600" algn="l">
              <a:lnSpc>
                <a:spcPct val="90000"/>
              </a:lnSpc>
              <a:spcBef>
                <a:spcPts val="500"/>
              </a:spcBef>
              <a:spcAft>
                <a:spcPts val="0"/>
              </a:spcAft>
              <a:buSzPts val="1400"/>
              <a:buNone/>
              <a:defRPr sz="2800"/>
            </a:lvl2pPr>
            <a:lvl3pPr marL="1371600" lvl="2" indent="-228600" algn="l">
              <a:lnSpc>
                <a:spcPct val="90000"/>
              </a:lnSpc>
              <a:spcBef>
                <a:spcPts val="500"/>
              </a:spcBef>
              <a:spcAft>
                <a:spcPts val="0"/>
              </a:spcAft>
              <a:buSzPts val="1400"/>
              <a:buNone/>
              <a:defRPr sz="2400"/>
            </a:lvl3pPr>
            <a:lvl4pPr marL="1828800" lvl="3" indent="-228600" algn="l">
              <a:lnSpc>
                <a:spcPct val="90000"/>
              </a:lnSpc>
              <a:spcBef>
                <a:spcPts val="500"/>
              </a:spcBef>
              <a:spcAft>
                <a:spcPts val="0"/>
              </a:spcAft>
              <a:buSzPts val="1400"/>
              <a:buNone/>
              <a:defRPr sz="2000"/>
            </a:lvl4pPr>
            <a:lvl5pPr marL="2286000" lvl="4" indent="-228600" algn="l">
              <a:lnSpc>
                <a:spcPct val="90000"/>
              </a:lnSpc>
              <a:spcBef>
                <a:spcPts val="500"/>
              </a:spcBef>
              <a:spcAft>
                <a:spcPts val="0"/>
              </a:spcAft>
              <a:buSzPts val="1400"/>
              <a:buNone/>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6" name="Google Shape;146;p10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600"/>
              <a:buNone/>
              <a:defRPr sz="1600"/>
            </a:lvl1pPr>
            <a:lvl2pPr marL="914400" lvl="1" indent="-228600" algn="l">
              <a:lnSpc>
                <a:spcPct val="90000"/>
              </a:lnSpc>
              <a:spcBef>
                <a:spcPts val="500"/>
              </a:spcBef>
              <a:spcAft>
                <a:spcPts val="0"/>
              </a:spcAft>
              <a:buClr>
                <a:schemeClr val="lt2"/>
              </a:buClr>
              <a:buSzPts val="1400"/>
              <a:buNone/>
              <a:defRPr sz="1400"/>
            </a:lvl2pPr>
            <a:lvl3pPr marL="1371600" lvl="2" indent="-228600" algn="l">
              <a:lnSpc>
                <a:spcPct val="90000"/>
              </a:lnSpc>
              <a:spcBef>
                <a:spcPts val="500"/>
              </a:spcBef>
              <a:spcAft>
                <a:spcPts val="0"/>
              </a:spcAft>
              <a:buClr>
                <a:schemeClr val="lt2"/>
              </a:buClr>
              <a:buSzPts val="1200"/>
              <a:buNone/>
              <a:defRPr sz="1200"/>
            </a:lvl3pPr>
            <a:lvl4pPr marL="1828800" lvl="3" indent="-228600" algn="l">
              <a:lnSpc>
                <a:spcPct val="90000"/>
              </a:lnSpc>
              <a:spcBef>
                <a:spcPts val="500"/>
              </a:spcBef>
              <a:spcAft>
                <a:spcPts val="0"/>
              </a:spcAft>
              <a:buClr>
                <a:schemeClr val="lt2"/>
              </a:buClr>
              <a:buSzPts val="1000"/>
              <a:buNone/>
              <a:defRPr sz="1000"/>
            </a:lvl4pPr>
            <a:lvl5pPr marL="2286000" lvl="4" indent="-228600" algn="l">
              <a:lnSpc>
                <a:spcPct val="90000"/>
              </a:lnSpc>
              <a:spcBef>
                <a:spcPts val="500"/>
              </a:spcBef>
              <a:spcAft>
                <a:spcPts val="0"/>
              </a:spcAft>
              <a:buClr>
                <a:schemeClr val="lt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7" name="Google Shape;147;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101"/>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9"/>
        <p:cNvGrpSpPr/>
        <p:nvPr/>
      </p:nvGrpSpPr>
      <p:grpSpPr>
        <a:xfrm>
          <a:off x="0" y="0"/>
          <a:ext cx="0" cy="0"/>
          <a:chOff x="0" y="0"/>
          <a:chExt cx="0" cy="0"/>
        </a:xfrm>
      </p:grpSpPr>
      <p:sp>
        <p:nvSpPr>
          <p:cNvPr id="150" name="Google Shape;150;p10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1" name="Google Shape;151;p102"/>
          <p:cNvSpPr>
            <a:spLocks noGrp="1"/>
          </p:cNvSpPr>
          <p:nvPr>
            <p:ph type="pic" idx="2"/>
          </p:nvPr>
        </p:nvSpPr>
        <p:spPr>
          <a:xfrm>
            <a:off x="5183188" y="987425"/>
            <a:ext cx="6172200" cy="4873625"/>
          </a:xfrm>
          <a:prstGeom prst="rect">
            <a:avLst/>
          </a:prstGeom>
          <a:noFill/>
          <a:ln>
            <a:noFill/>
          </a:ln>
        </p:spPr>
      </p:sp>
      <p:sp>
        <p:nvSpPr>
          <p:cNvPr id="152" name="Google Shape;152;p10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600"/>
              <a:buNone/>
              <a:defRPr sz="1600"/>
            </a:lvl1pPr>
            <a:lvl2pPr marL="914400" lvl="1" indent="-228600" algn="l">
              <a:lnSpc>
                <a:spcPct val="90000"/>
              </a:lnSpc>
              <a:spcBef>
                <a:spcPts val="500"/>
              </a:spcBef>
              <a:spcAft>
                <a:spcPts val="0"/>
              </a:spcAft>
              <a:buClr>
                <a:schemeClr val="lt2"/>
              </a:buClr>
              <a:buSzPts val="1400"/>
              <a:buNone/>
              <a:defRPr sz="1400"/>
            </a:lvl2pPr>
            <a:lvl3pPr marL="1371600" lvl="2" indent="-228600" algn="l">
              <a:lnSpc>
                <a:spcPct val="90000"/>
              </a:lnSpc>
              <a:spcBef>
                <a:spcPts val="500"/>
              </a:spcBef>
              <a:spcAft>
                <a:spcPts val="0"/>
              </a:spcAft>
              <a:buClr>
                <a:schemeClr val="lt2"/>
              </a:buClr>
              <a:buSzPts val="1200"/>
              <a:buNone/>
              <a:defRPr sz="1200"/>
            </a:lvl3pPr>
            <a:lvl4pPr marL="1828800" lvl="3" indent="-228600" algn="l">
              <a:lnSpc>
                <a:spcPct val="90000"/>
              </a:lnSpc>
              <a:spcBef>
                <a:spcPts val="500"/>
              </a:spcBef>
              <a:spcAft>
                <a:spcPts val="0"/>
              </a:spcAft>
              <a:buClr>
                <a:schemeClr val="lt2"/>
              </a:buClr>
              <a:buSzPts val="1000"/>
              <a:buNone/>
              <a:defRPr sz="1000"/>
            </a:lvl4pPr>
            <a:lvl5pPr marL="2286000" lvl="4" indent="-228600" algn="l">
              <a:lnSpc>
                <a:spcPct val="90000"/>
              </a:lnSpc>
              <a:spcBef>
                <a:spcPts val="500"/>
              </a:spcBef>
              <a:spcAft>
                <a:spcPts val="0"/>
              </a:spcAft>
              <a:buClr>
                <a:schemeClr val="lt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3" name="Google Shape;153;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102"/>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5"/>
        <p:cNvGrpSpPr/>
        <p:nvPr/>
      </p:nvGrpSpPr>
      <p:grpSpPr>
        <a:xfrm>
          <a:off x="0" y="0"/>
          <a:ext cx="0" cy="0"/>
          <a:chOff x="0" y="0"/>
          <a:chExt cx="0" cy="0"/>
        </a:xfrm>
      </p:grpSpPr>
      <p:sp>
        <p:nvSpPr>
          <p:cNvPr id="156" name="Google Shape;156;p103"/>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7" name="Google Shape;157;p103"/>
          <p:cNvSpPr txBox="1">
            <a:spLocks noGrp="1"/>
          </p:cNvSpPr>
          <p:nvPr>
            <p:ph type="body" idx="1"/>
          </p:nvPr>
        </p:nvSpPr>
        <p:spPr>
          <a:xfrm rot="5400000">
            <a:off x="3920332" y="-1127918"/>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103"/>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0"/>
        <p:cNvGrpSpPr/>
        <p:nvPr/>
      </p:nvGrpSpPr>
      <p:grpSpPr>
        <a:xfrm>
          <a:off x="0" y="0"/>
          <a:ext cx="0" cy="0"/>
          <a:chOff x="0" y="0"/>
          <a:chExt cx="0" cy="0"/>
        </a:xfrm>
      </p:grpSpPr>
      <p:sp>
        <p:nvSpPr>
          <p:cNvPr id="161" name="Google Shape;161;p104"/>
          <p:cNvSpPr txBox="1">
            <a:spLocks noGrp="1"/>
          </p:cNvSpPr>
          <p:nvPr>
            <p:ph type="title"/>
          </p:nvPr>
        </p:nvSpPr>
        <p:spPr>
          <a:xfrm rot="-5400000">
            <a:off x="-753269"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62" name="Google Shape;162;p104"/>
          <p:cNvSpPr txBox="1">
            <a:spLocks noGrp="1"/>
          </p:cNvSpPr>
          <p:nvPr>
            <p:ph type="body" idx="1"/>
          </p:nvPr>
        </p:nvSpPr>
        <p:spPr>
          <a:xfrm rot="-5400000">
            <a:off x="44283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10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104"/>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165"/>
        <p:cNvGrpSpPr/>
        <p:nvPr/>
      </p:nvGrpSpPr>
      <p:grpSpPr>
        <a:xfrm>
          <a:off x="0" y="0"/>
          <a:ext cx="0" cy="0"/>
          <a:chOff x="0" y="0"/>
          <a:chExt cx="0" cy="0"/>
        </a:xfrm>
      </p:grpSpPr>
      <p:sp>
        <p:nvSpPr>
          <p:cNvPr id="166" name="Google Shape;166;p105"/>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67" name="Google Shape;167;p105"/>
          <p:cNvSpPr txBox="1">
            <a:spLocks noGrp="1"/>
          </p:cNvSpPr>
          <p:nvPr>
            <p:ph type="body" idx="1"/>
          </p:nvPr>
        </p:nvSpPr>
        <p:spPr>
          <a:xfrm>
            <a:off x="838200" y="1954213"/>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2"/>
              </a:buClr>
              <a:buSzPts val="1800"/>
              <a:buChar char="•"/>
              <a:defRPr/>
            </a:lvl1pPr>
            <a:lvl2pPr marL="914400" lvl="1" indent="-228600" algn="l">
              <a:lnSpc>
                <a:spcPct val="90000"/>
              </a:lnSpc>
              <a:spcBef>
                <a:spcPts val="500"/>
              </a:spcBef>
              <a:spcAft>
                <a:spcPts val="0"/>
              </a:spcAft>
              <a:buSzPts val="1400"/>
              <a:buNone/>
              <a:defRPr/>
            </a:lvl2pPr>
            <a:lvl3pPr marL="1371600" lvl="2" indent="-228600" algn="l">
              <a:lnSpc>
                <a:spcPct val="90000"/>
              </a:lnSpc>
              <a:spcBef>
                <a:spcPts val="500"/>
              </a:spcBef>
              <a:spcAft>
                <a:spcPts val="0"/>
              </a:spcAft>
              <a:buSzPts val="14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8" name="Google Shape;168;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105"/>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7.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7">
            <a:alphaModFix/>
          </a:blip>
          <a:stretch>
            <a:fillRect/>
          </a:stretch>
        </a:blipFill>
        <a:effectLst/>
      </p:bgPr>
    </p:bg>
    <p:spTree>
      <p:nvGrpSpPr>
        <p:cNvPr id="1" name="Shape 9"/>
        <p:cNvGrpSpPr/>
        <p:nvPr/>
      </p:nvGrpSpPr>
      <p:grpSpPr>
        <a:xfrm>
          <a:off x="0" y="0"/>
          <a:ext cx="0" cy="0"/>
          <a:chOff x="0" y="0"/>
          <a:chExt cx="0" cy="0"/>
        </a:xfrm>
      </p:grpSpPr>
      <p:sp>
        <p:nvSpPr>
          <p:cNvPr id="10" name="Google Shape;10;p77"/>
          <p:cNvSpPr txBox="1">
            <a:spLocks noGrp="1"/>
          </p:cNvSpPr>
          <p:nvPr>
            <p:ph type="title"/>
          </p:nvPr>
        </p:nvSpPr>
        <p:spPr>
          <a:xfrm>
            <a:off x="508000" y="360363"/>
            <a:ext cx="11139714" cy="67945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1pPr>
            <a:lvl2pPr marR="0" lvl="1"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2pPr>
            <a:lvl3pPr marR="0" lvl="2"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3pPr>
            <a:lvl4pPr marR="0" lvl="3"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4pPr>
            <a:lvl5pPr marR="0" lvl="4"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5pPr>
            <a:lvl6pPr marR="0" lvl="5"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6pPr>
            <a:lvl7pPr marR="0" lvl="6"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7pPr>
            <a:lvl8pPr marR="0" lvl="7"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8pPr>
            <a:lvl9pPr marR="0" lvl="8" algn="l" rtl="0">
              <a:lnSpc>
                <a:spcPct val="90000"/>
              </a:lnSpc>
              <a:spcBef>
                <a:spcPts val="0"/>
              </a:spcBef>
              <a:spcAft>
                <a:spcPts val="0"/>
              </a:spcAft>
              <a:buSzPts val="1400"/>
              <a:buNone/>
              <a:defRPr sz="4400" b="0" i="0" u="none" strike="noStrike" cap="none">
                <a:solidFill>
                  <a:schemeClr val="dk1"/>
                </a:solidFill>
                <a:latin typeface="Darker Grotesque SemiBold"/>
                <a:ea typeface="Darker Grotesque SemiBold"/>
                <a:cs typeface="Darker Grotesque SemiBold"/>
                <a:sym typeface="Darker Grotesque SemiBold"/>
              </a:defRPr>
            </a:lvl9pPr>
          </a:lstStyle>
          <a:p>
            <a:endParaRPr/>
          </a:p>
        </p:txBody>
      </p:sp>
      <p:sp>
        <p:nvSpPr>
          <p:cNvPr id="11" name="Google Shape;11;p77"/>
          <p:cNvSpPr txBox="1">
            <a:spLocks noGrp="1"/>
          </p:cNvSpPr>
          <p:nvPr>
            <p:ph type="body" idx="1"/>
          </p:nvPr>
        </p:nvSpPr>
        <p:spPr>
          <a:xfrm>
            <a:off x="508000" y="1600201"/>
            <a:ext cx="11139714" cy="470535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Proxima Nova"/>
                <a:ea typeface="Proxima Nova"/>
                <a:cs typeface="Proxima Nova"/>
                <a:sym typeface="Proxima Nova"/>
              </a:defRPr>
            </a:lvl1pPr>
            <a:lvl2pPr marL="914400" marR="0" lvl="1" indent="-228600" algn="l" rtl="0">
              <a:lnSpc>
                <a:spcPct val="90000"/>
              </a:lnSpc>
              <a:spcBef>
                <a:spcPts val="500"/>
              </a:spcBef>
              <a:spcAft>
                <a:spcPts val="0"/>
              </a:spcAft>
              <a:buSzPts val="1400"/>
              <a:buNone/>
              <a:defRPr sz="2800" b="0" i="0" u="none" strike="noStrike" cap="none">
                <a:solidFill>
                  <a:schemeClr val="dk1"/>
                </a:solidFill>
                <a:latin typeface="Proxima Nova"/>
                <a:ea typeface="Proxima Nova"/>
                <a:cs typeface="Proxima Nova"/>
                <a:sym typeface="Proxima Nova"/>
              </a:defRPr>
            </a:lvl2pPr>
            <a:lvl3pPr marL="1371600" marR="0" lvl="2" indent="-228600" algn="l" rtl="0">
              <a:lnSpc>
                <a:spcPct val="90000"/>
              </a:lnSpc>
              <a:spcBef>
                <a:spcPts val="500"/>
              </a:spcBef>
              <a:spcAft>
                <a:spcPts val="0"/>
              </a:spcAft>
              <a:buSzPts val="1400"/>
              <a:buNone/>
              <a:defRPr sz="2400" b="0" i="0" u="none" strike="noStrike" cap="none">
                <a:solidFill>
                  <a:schemeClr val="dk1"/>
                </a:solidFill>
                <a:latin typeface="Proxima Nova"/>
                <a:ea typeface="Proxima Nova"/>
                <a:cs typeface="Proxima Nova"/>
                <a:sym typeface="Proxima Nova"/>
              </a:defRPr>
            </a:lvl3pPr>
            <a:lvl4pPr marL="1828800" marR="0" lvl="3" indent="-228600" algn="l" rtl="0">
              <a:lnSpc>
                <a:spcPct val="90000"/>
              </a:lnSpc>
              <a:spcBef>
                <a:spcPts val="500"/>
              </a:spcBef>
              <a:spcAft>
                <a:spcPts val="0"/>
              </a:spcAft>
              <a:buSzPts val="1400"/>
              <a:buNone/>
              <a:defRPr sz="2400" b="0" i="0" u="none" strike="noStrike" cap="none">
                <a:solidFill>
                  <a:schemeClr val="dk1"/>
                </a:solidFill>
                <a:latin typeface="Proxima Nova"/>
                <a:ea typeface="Proxima Nova"/>
                <a:cs typeface="Proxima Nova"/>
                <a:sym typeface="Proxima Nova"/>
              </a:defRPr>
            </a:lvl4pPr>
            <a:lvl5pPr marL="2286000" marR="0" lvl="4" indent="-228600" algn="l" rtl="0">
              <a:lnSpc>
                <a:spcPct val="90000"/>
              </a:lnSpc>
              <a:spcBef>
                <a:spcPts val="500"/>
              </a:spcBef>
              <a:spcAft>
                <a:spcPts val="0"/>
              </a:spcAft>
              <a:buSzPts val="1400"/>
              <a:buNone/>
              <a:defRPr sz="2400" b="0" i="0" u="none" strike="noStrike" cap="none">
                <a:solidFill>
                  <a:schemeClr val="dk1"/>
                </a:solidFill>
                <a:latin typeface="Proxima Nova"/>
                <a:ea typeface="Proxima Nova"/>
                <a:cs typeface="Proxima Nova"/>
                <a:sym typeface="Proxima Nov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9pPr>
          </a:lstStyle>
          <a:p>
            <a:endParaRPr/>
          </a:p>
        </p:txBody>
      </p:sp>
      <p:sp>
        <p:nvSpPr>
          <p:cNvPr id="12" name="Google Shape;12;p77"/>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3" name="Google Shape;13;p77"/>
          <p:cNvSpPr txBox="1">
            <a:spLocks noGrp="1"/>
          </p:cNvSpPr>
          <p:nvPr>
            <p:ph type="ftr" idx="11"/>
          </p:nvPr>
        </p:nvSpPr>
        <p:spPr>
          <a:xfrm>
            <a:off x="4027715" y="6484110"/>
            <a:ext cx="4136571"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strike="noStrike" cap="none">
                <a:solidFill>
                  <a:srgbClr val="888888"/>
                </a:solidFill>
                <a:latin typeface="Darker Grotesque Medium"/>
                <a:ea typeface="Darker Grotesque Medium"/>
                <a:cs typeface="Darker Grotesque Medium"/>
                <a:sym typeface="Darker Grotesque Medium"/>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pic>
        <p:nvPicPr>
          <p:cNvPr id="14" name="Google Shape;14;p77" descr="A black and white logo&#10;&#10;AI-generated content may be incorrect."/>
          <p:cNvPicPr preferRelativeResize="0"/>
          <p:nvPr/>
        </p:nvPicPr>
        <p:blipFill rotWithShape="1">
          <a:blip r:embed="rId18">
            <a:alphaModFix/>
          </a:blip>
          <a:srcRect t="1003" r="82081"/>
          <a:stretch/>
        </p:blipFill>
        <p:spPr>
          <a:xfrm>
            <a:off x="11394255" y="6453403"/>
            <a:ext cx="318437" cy="36209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101"/>
        <p:cNvGrpSpPr/>
        <p:nvPr/>
      </p:nvGrpSpPr>
      <p:grpSpPr>
        <a:xfrm>
          <a:off x="0" y="0"/>
          <a:ext cx="0" cy="0"/>
          <a:chOff x="0" y="0"/>
          <a:chExt cx="0" cy="0"/>
        </a:xfrm>
      </p:grpSpPr>
      <p:pic>
        <p:nvPicPr>
          <p:cNvPr id="102" name="Google Shape;102;p93" descr="C:\Users\sheik\Downloads\CognichipnewLogosets33112.pngCognichipnewLogosets33112"/>
          <p:cNvPicPr preferRelativeResize="0"/>
          <p:nvPr/>
        </p:nvPicPr>
        <p:blipFill rotWithShape="1">
          <a:blip r:embed="rId15">
            <a:alphaModFix/>
          </a:blip>
          <a:srcRect t="7030" b="7029"/>
          <a:stretch/>
        </p:blipFill>
        <p:spPr>
          <a:xfrm>
            <a:off x="8921750" y="280988"/>
            <a:ext cx="2897188" cy="790575"/>
          </a:xfrm>
          <a:prstGeom prst="rect">
            <a:avLst/>
          </a:prstGeom>
          <a:noFill/>
          <a:ln>
            <a:noFill/>
          </a:ln>
        </p:spPr>
      </p:pic>
      <p:sp>
        <p:nvSpPr>
          <p:cNvPr id="103" name="Google Shape;103;p93"/>
          <p:cNvSpPr txBox="1">
            <a:spLocks noGrp="1"/>
          </p:cNvSpPr>
          <p:nvPr>
            <p:ph type="title"/>
          </p:nvPr>
        </p:nvSpPr>
        <p:spPr>
          <a:xfrm>
            <a:off x="508000" y="360363"/>
            <a:ext cx="10515600" cy="67945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1pPr>
            <a:lvl2pPr marR="0" lvl="1"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2pPr>
            <a:lvl3pPr marR="0" lvl="2"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3pPr>
            <a:lvl4pPr marR="0" lvl="3"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4pPr>
            <a:lvl5pPr marR="0" lvl="4"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5pPr>
            <a:lvl6pPr marR="0" lvl="5"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6pPr>
            <a:lvl7pPr marR="0" lvl="6"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7pPr>
            <a:lvl8pPr marR="0" lvl="7"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8pPr>
            <a:lvl9pPr marR="0" lvl="8" algn="l" rtl="0">
              <a:lnSpc>
                <a:spcPct val="90000"/>
              </a:lnSpc>
              <a:spcBef>
                <a:spcPts val="0"/>
              </a:spcBef>
              <a:spcAft>
                <a:spcPts val="0"/>
              </a:spcAft>
              <a:buSzPts val="1400"/>
              <a:buNone/>
              <a:defRPr sz="4400" b="0" i="0" u="none" strike="noStrike" cap="none">
                <a:solidFill>
                  <a:schemeClr val="lt2"/>
                </a:solidFill>
                <a:latin typeface="Darker Grotesque SemiBold"/>
                <a:ea typeface="Darker Grotesque SemiBold"/>
                <a:cs typeface="Darker Grotesque SemiBold"/>
                <a:sym typeface="Darker Grotesque SemiBold"/>
              </a:defRPr>
            </a:lvl9pPr>
          </a:lstStyle>
          <a:p>
            <a:endParaRPr/>
          </a:p>
        </p:txBody>
      </p:sp>
      <p:sp>
        <p:nvSpPr>
          <p:cNvPr id="104" name="Google Shape;104;p93"/>
          <p:cNvSpPr txBox="1">
            <a:spLocks noGrp="1"/>
          </p:cNvSpPr>
          <p:nvPr>
            <p:ph type="body" idx="1"/>
          </p:nvPr>
        </p:nvSpPr>
        <p:spPr>
          <a:xfrm>
            <a:off x="838200" y="1954213"/>
            <a:ext cx="10515600" cy="4351337"/>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lt2"/>
              </a:buClr>
              <a:buSzPts val="3200"/>
              <a:buFont typeface="Arial"/>
              <a:buChar char="•"/>
              <a:defRPr sz="3200" b="0" i="0" u="none" strike="noStrike" cap="none">
                <a:solidFill>
                  <a:schemeClr val="lt2"/>
                </a:solidFill>
                <a:latin typeface="Darker Grotesque Medium"/>
                <a:ea typeface="Darker Grotesque Medium"/>
                <a:cs typeface="Darker Grotesque Medium"/>
                <a:sym typeface="Darker Grotesque Medium"/>
              </a:defRPr>
            </a:lvl1pPr>
            <a:lvl2pPr marL="914400" marR="0" lvl="1" indent="-228600" algn="l" rtl="0">
              <a:lnSpc>
                <a:spcPct val="90000"/>
              </a:lnSpc>
              <a:spcBef>
                <a:spcPts val="500"/>
              </a:spcBef>
              <a:spcAft>
                <a:spcPts val="0"/>
              </a:spcAft>
              <a:buSzPts val="1400"/>
              <a:buNone/>
              <a:defRPr sz="3200" b="0" i="0" u="none" strike="noStrike" cap="none">
                <a:solidFill>
                  <a:schemeClr val="lt2"/>
                </a:solidFill>
                <a:latin typeface="Darker Grotesque Medium"/>
                <a:ea typeface="Darker Grotesque Medium"/>
                <a:cs typeface="Darker Grotesque Medium"/>
                <a:sym typeface="Darker Grotesque Medium"/>
              </a:defRPr>
            </a:lvl2pPr>
            <a:lvl3pPr marL="1371600" marR="0" lvl="2" indent="-228600" algn="l" rtl="0">
              <a:lnSpc>
                <a:spcPct val="90000"/>
              </a:lnSpc>
              <a:spcBef>
                <a:spcPts val="500"/>
              </a:spcBef>
              <a:spcAft>
                <a:spcPts val="0"/>
              </a:spcAft>
              <a:buSzPts val="1400"/>
              <a:buNone/>
              <a:defRPr sz="3200" b="0" i="0" u="none" strike="noStrike" cap="none">
                <a:solidFill>
                  <a:schemeClr val="lt2"/>
                </a:solidFill>
                <a:latin typeface="Darker Grotesque Medium"/>
                <a:ea typeface="Darker Grotesque Medium"/>
                <a:cs typeface="Darker Grotesque Medium"/>
                <a:sym typeface="Darker Grotesque Medium"/>
              </a:defRPr>
            </a:lvl3pPr>
            <a:lvl4pPr marL="1828800" marR="0" lvl="3" indent="-228600" algn="l" rtl="0">
              <a:lnSpc>
                <a:spcPct val="90000"/>
              </a:lnSpc>
              <a:spcBef>
                <a:spcPts val="500"/>
              </a:spcBef>
              <a:spcAft>
                <a:spcPts val="0"/>
              </a:spcAft>
              <a:buSzPts val="1400"/>
              <a:buNone/>
              <a:defRPr sz="3200" b="0" i="0" u="none" strike="noStrike" cap="none">
                <a:solidFill>
                  <a:schemeClr val="lt2"/>
                </a:solidFill>
                <a:latin typeface="Darker Grotesque Medium"/>
                <a:ea typeface="Darker Grotesque Medium"/>
                <a:cs typeface="Darker Grotesque Medium"/>
                <a:sym typeface="Darker Grotesque Medium"/>
              </a:defRPr>
            </a:lvl4pPr>
            <a:lvl5pPr marL="2286000" marR="0" lvl="4" indent="-228600" algn="l" rtl="0">
              <a:lnSpc>
                <a:spcPct val="90000"/>
              </a:lnSpc>
              <a:spcBef>
                <a:spcPts val="500"/>
              </a:spcBef>
              <a:spcAft>
                <a:spcPts val="0"/>
              </a:spcAft>
              <a:buSzPts val="1400"/>
              <a:buNone/>
              <a:defRPr sz="3200" b="0" i="0" u="none" strike="noStrike" cap="none">
                <a:solidFill>
                  <a:schemeClr val="lt2"/>
                </a:solidFill>
                <a:latin typeface="Darker Grotesque Medium"/>
                <a:ea typeface="Darker Grotesque Medium"/>
                <a:cs typeface="Darker Grotesque Medium"/>
                <a:sym typeface="Darker Grotesque Medium"/>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arker Grotesque Medium"/>
                <a:ea typeface="Darker Grotesque Medium"/>
                <a:cs typeface="Darker Grotesque Medium"/>
                <a:sym typeface="Darker Grotesque Medium"/>
              </a:defRPr>
            </a:lvl9pPr>
          </a:lstStyle>
          <a:p>
            <a:endParaRPr/>
          </a:p>
        </p:txBody>
      </p:sp>
      <p:sp>
        <p:nvSpPr>
          <p:cNvPr id="105" name="Google Shape;105;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6" name="Google Shape;106;p93"/>
          <p:cNvSpPr txBox="1">
            <a:spLocks noGrp="1"/>
          </p:cNvSpPr>
          <p:nvPr>
            <p:ph type="ftr" idx="11"/>
          </p:nvPr>
        </p:nvSpPr>
        <p:spPr>
          <a:xfrm>
            <a:off x="8389938"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strike="noStrike" cap="none">
                <a:solidFill>
                  <a:srgbClr val="888888"/>
                </a:solidFill>
                <a:latin typeface="Darker Grotesque Medium"/>
                <a:ea typeface="Darker Grotesque Medium"/>
                <a:cs typeface="Darker Grotesque Medium"/>
                <a:sym typeface="Darker Grotesque Medium"/>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9BD77D0-8C96-3206-F868-DED2FC48C9C3}"/>
            </a:ext>
          </a:extLst>
        </p:cNvPr>
        <p:cNvGrpSpPr/>
        <p:nvPr/>
      </p:nvGrpSpPr>
      <p:grpSpPr>
        <a:xfrm>
          <a:off x="0" y="0"/>
          <a:ext cx="0" cy="0"/>
          <a:chOff x="0" y="0"/>
          <a:chExt cx="0" cy="0"/>
        </a:xfrm>
      </p:grpSpPr>
      <p:sp>
        <p:nvSpPr>
          <p:cNvPr id="174" name="Google Shape;174;p17">
            <a:extLst>
              <a:ext uri="{FF2B5EF4-FFF2-40B4-BE49-F238E27FC236}">
                <a16:creationId xmlns:a16="http://schemas.microsoft.com/office/drawing/2014/main" id="{CCEA0206-9F8F-F185-85F3-6740B952FB9D}"/>
              </a:ext>
            </a:extLst>
          </p:cNvPr>
          <p:cNvSpPr txBox="1">
            <a:spLocks noGrp="1"/>
          </p:cNvSpPr>
          <p:nvPr>
            <p:ph type="title"/>
          </p:nvPr>
        </p:nvSpPr>
        <p:spPr>
          <a:xfrm>
            <a:off x="508000" y="360376"/>
            <a:ext cx="11139600" cy="728400"/>
          </a:xfrm>
          <a:prstGeom prst="rect">
            <a:avLst/>
          </a:prstGeom>
          <a:noFill/>
          <a:ln>
            <a:noFill/>
          </a:ln>
        </p:spPr>
        <p:txBody>
          <a:bodyPr spcFirstLastPara="1" wrap="square" lIns="91425" tIns="45700" rIns="91425" bIns="45700" anchor="ctr" anchorCtr="0">
            <a:noAutofit/>
          </a:bodyPr>
          <a:lstStyle/>
          <a:p>
            <a:pPr lvl="0"/>
            <a:r>
              <a:rPr lang="en-US" sz="3600" dirty="0" err="1"/>
              <a:t>Cognichip</a:t>
            </a:r>
            <a:r>
              <a:rPr lang="en-US" sz="3600" dirty="0"/>
              <a:t> Hackathon: </a:t>
            </a:r>
            <a:r>
              <a:rPr lang="en-US" sz="3200" dirty="0" err="1"/>
              <a:t>EcoTraining</a:t>
            </a:r>
            <a:r>
              <a:rPr lang="en-US" sz="3200" dirty="0"/>
              <a:t>: An Energy-Efficient Hardware Design for Gradient Compression in LLM Training</a:t>
            </a:r>
            <a:endParaRPr sz="3600" dirty="0"/>
          </a:p>
        </p:txBody>
      </p:sp>
      <p:sp>
        <p:nvSpPr>
          <p:cNvPr id="175" name="Google Shape;175;p17">
            <a:extLst>
              <a:ext uri="{FF2B5EF4-FFF2-40B4-BE49-F238E27FC236}">
                <a16:creationId xmlns:a16="http://schemas.microsoft.com/office/drawing/2014/main" id="{53B93C38-8C12-93A9-3454-C2BAF01D0619}"/>
              </a:ext>
            </a:extLst>
          </p:cNvPr>
          <p:cNvSpPr txBox="1"/>
          <p:nvPr/>
        </p:nvSpPr>
        <p:spPr>
          <a:xfrm>
            <a:off x="484632" y="2057400"/>
            <a:ext cx="4343400" cy="1179576"/>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lvl="0"/>
            <a:r>
              <a:rPr lang="en-US" sz="1200" b="1" i="0" u="none" strike="noStrike" cap="none" dirty="0">
                <a:solidFill>
                  <a:srgbClr val="000000"/>
                </a:solidFill>
                <a:latin typeface="Arial"/>
                <a:ea typeface="Arial"/>
                <a:cs typeface="Arial"/>
                <a:sym typeface="Arial"/>
              </a:rPr>
              <a:t>Team Members (</a:t>
            </a:r>
            <a:r>
              <a:rPr lang="en-US" sz="1200" b="1" dirty="0"/>
              <a:t>2-4</a:t>
            </a:r>
            <a:r>
              <a:rPr lang="en-US" sz="1200" b="1" i="0" u="none" strike="noStrike" cap="none" dirty="0">
                <a:solidFill>
                  <a:srgbClr val="000000"/>
                </a:solidFill>
                <a:latin typeface="Arial"/>
                <a:ea typeface="Arial"/>
                <a:cs typeface="Arial"/>
                <a:sym typeface="Arial"/>
              </a:rPr>
              <a:t> per team): </a:t>
            </a:r>
            <a:br>
              <a:rPr lang="en-US" sz="1200" b="1" i="0" u="none" strike="noStrike" cap="none" dirty="0">
                <a:solidFill>
                  <a:srgbClr val="000000"/>
                </a:solidFill>
                <a:latin typeface="Arial"/>
                <a:ea typeface="Arial"/>
                <a:cs typeface="Arial"/>
                <a:sym typeface="Arial"/>
              </a:rPr>
            </a:br>
            <a:r>
              <a:rPr lang="en-US" sz="1200" b="0" i="0" u="none" strike="noStrike" cap="none" dirty="0">
                <a:solidFill>
                  <a:srgbClr val="000000"/>
                </a:solidFill>
                <a:latin typeface="Arial"/>
                <a:ea typeface="Arial"/>
                <a:cs typeface="Arial"/>
                <a:sym typeface="Arial"/>
              </a:rPr>
              <a:t>[</a:t>
            </a:r>
            <a:r>
              <a:rPr lang="en-US" sz="1200" dirty="0"/>
              <a:t>Feiyu Jia</a:t>
            </a:r>
            <a:r>
              <a:rPr lang="en-US" sz="1200" b="0" i="0" u="none" strike="noStrike" cap="none" dirty="0">
                <a:solidFill>
                  <a:srgbClr val="000000"/>
                </a:solidFill>
                <a:latin typeface="Arial"/>
                <a:ea typeface="Arial"/>
                <a:cs typeface="Arial"/>
                <a:sym typeface="Arial"/>
              </a:rPr>
              <a:t>, 2001, fj2182@nyu.edu, </a:t>
            </a:r>
            <a:r>
              <a:rPr lang="en-US" altLang="zh-CN" sz="1200" dirty="0"/>
              <a:t>Assistant Director</a:t>
            </a:r>
            <a:r>
              <a:rPr lang="en-US" sz="1200" b="0" i="0" u="none" strike="noStrike" cap="none" dirty="0">
                <a:solidFill>
                  <a:srgbClr val="000000"/>
                </a:solidFill>
                <a:latin typeface="Arial"/>
                <a:ea typeface="Arial"/>
                <a:cs typeface="Arial"/>
                <a:sym typeface="Arial"/>
              </a:rPr>
              <a:t>]</a:t>
            </a:r>
            <a:endParaRPr dirty="0"/>
          </a:p>
          <a:p>
            <a:pPr lvl="0"/>
            <a:r>
              <a:rPr lang="en-US" sz="1200" b="0" i="0" u="none" strike="noStrike" cap="none" dirty="0">
                <a:solidFill>
                  <a:srgbClr val="000000"/>
                </a:solidFill>
                <a:latin typeface="Arial"/>
                <a:ea typeface="Arial"/>
                <a:cs typeface="Arial"/>
                <a:sym typeface="Arial"/>
              </a:rPr>
              <a:t>[</a:t>
            </a:r>
            <a:r>
              <a:rPr lang="en-US" sz="1200" dirty="0"/>
              <a:t>Heng Pu</a:t>
            </a:r>
            <a:r>
              <a:rPr lang="en-US" sz="1200" b="0" i="0" u="none" strike="noStrike" cap="none" dirty="0">
                <a:solidFill>
                  <a:srgbClr val="000000"/>
                </a:solidFill>
                <a:latin typeface="Arial"/>
                <a:ea typeface="Arial"/>
                <a:cs typeface="Arial"/>
                <a:sym typeface="Arial"/>
              </a:rPr>
              <a:t>, 1999, </a:t>
            </a:r>
            <a:r>
              <a:rPr lang="en-US" sz="1200" dirty="0"/>
              <a:t>hp2723@nyu.edu</a:t>
            </a:r>
            <a:r>
              <a:rPr lang="en-US" sz="1200" b="0" i="0" u="none" strike="noStrike" cap="none" dirty="0">
                <a:solidFill>
                  <a:srgbClr val="000000"/>
                </a:solidFill>
                <a:latin typeface="Arial"/>
                <a:ea typeface="Arial"/>
                <a:cs typeface="Arial"/>
                <a:sym typeface="Arial"/>
              </a:rPr>
              <a:t>, </a:t>
            </a:r>
            <a:r>
              <a:rPr lang="en-US" altLang="zh-CN" sz="1200" dirty="0"/>
              <a:t>Assistant Director</a:t>
            </a:r>
            <a:r>
              <a:rPr lang="en-US" sz="1200" b="0" i="0" u="none" strike="noStrike" cap="none" dirty="0">
                <a:solidFill>
                  <a:srgbClr val="000000"/>
                </a:solidFill>
                <a:latin typeface="Arial"/>
                <a:ea typeface="Arial"/>
                <a:cs typeface="Arial"/>
                <a:sym typeface="Arial"/>
              </a:rPr>
              <a:t>]</a:t>
            </a:r>
            <a:endParaRPr dirty="0"/>
          </a:p>
          <a:p>
            <a:pPr lvl="0"/>
            <a:r>
              <a:rPr lang="en-US" sz="1200" b="0" i="0" u="none" strike="noStrike" cap="none" dirty="0">
                <a:solidFill>
                  <a:srgbClr val="000000"/>
                </a:solidFill>
                <a:latin typeface="Arial"/>
                <a:ea typeface="Arial"/>
                <a:cs typeface="Arial"/>
                <a:sym typeface="Arial"/>
              </a:rPr>
              <a:t>[</a:t>
            </a:r>
            <a:r>
              <a:rPr lang="en-US" sz="1200" dirty="0" err="1"/>
              <a:t>Lixuan</a:t>
            </a:r>
            <a:r>
              <a:rPr lang="en-US" sz="1200" dirty="0"/>
              <a:t> Xu</a:t>
            </a:r>
            <a:r>
              <a:rPr lang="en-US" sz="1200" b="0" i="0" u="none" strike="noStrike" cap="none" dirty="0">
                <a:solidFill>
                  <a:srgbClr val="000000"/>
                </a:solidFill>
                <a:latin typeface="Arial"/>
                <a:ea typeface="Arial"/>
                <a:cs typeface="Arial"/>
                <a:sym typeface="Arial"/>
              </a:rPr>
              <a:t>, 2003, </a:t>
            </a:r>
            <a:r>
              <a:rPr lang="en-US" sz="1200" dirty="0"/>
              <a:t>lx2349@nyu.edu</a:t>
            </a:r>
            <a:r>
              <a:rPr lang="en-US" sz="1200" b="0" i="0" u="none" strike="noStrike" cap="none" dirty="0">
                <a:solidFill>
                  <a:srgbClr val="000000"/>
                </a:solidFill>
                <a:latin typeface="Arial"/>
                <a:ea typeface="Arial"/>
                <a:cs typeface="Arial"/>
                <a:sym typeface="Arial"/>
              </a:rPr>
              <a:t>, </a:t>
            </a:r>
            <a:r>
              <a:rPr lang="en-US" altLang="zh-CN" sz="1200" dirty="0"/>
              <a:t>Assistant Director</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a:p>
            <a:pPr lvl="0"/>
            <a:r>
              <a:rPr lang="en-US" sz="1200" dirty="0">
                <a:solidFill>
                  <a:schemeClr val="dk1"/>
                </a:solidFill>
              </a:rPr>
              <a:t>[Yuhan Jiang, 2003, yj3494@nyu.edu, </a:t>
            </a:r>
            <a:r>
              <a:rPr lang="en-US" altLang="zh-CN" sz="1200" dirty="0"/>
              <a:t>Assistant Director</a:t>
            </a:r>
            <a:r>
              <a:rPr lang="en-US" sz="1200" dirty="0">
                <a:solidFill>
                  <a:schemeClr val="dk1"/>
                </a:solidFill>
              </a:rPr>
              <a:t>]</a:t>
            </a:r>
            <a:endParaRPr sz="1200" dirty="0"/>
          </a:p>
        </p:txBody>
      </p:sp>
      <p:sp>
        <p:nvSpPr>
          <p:cNvPr id="176" name="Google Shape;176;p17">
            <a:extLst>
              <a:ext uri="{FF2B5EF4-FFF2-40B4-BE49-F238E27FC236}">
                <a16:creationId xmlns:a16="http://schemas.microsoft.com/office/drawing/2014/main" id="{E31F6B6C-3BA4-A85D-E1C8-477B32D5F96B}"/>
              </a:ext>
            </a:extLst>
          </p:cNvPr>
          <p:cNvSpPr txBox="1"/>
          <p:nvPr/>
        </p:nvSpPr>
        <p:spPr>
          <a:xfrm>
            <a:off x="484632" y="3300984"/>
            <a:ext cx="4343400" cy="312485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None/>
            </a:pPr>
            <a:r>
              <a:rPr lang="en-US" sz="1200" b="1" i="0" u="none" strike="noStrike" cap="none" dirty="0">
                <a:solidFill>
                  <a:srgbClr val="000000"/>
                </a:solidFill>
                <a:latin typeface="Arial"/>
                <a:ea typeface="Arial"/>
                <a:cs typeface="Arial"/>
                <a:sym typeface="Arial"/>
              </a:rPr>
              <a:t>Problem Domain:</a:t>
            </a:r>
            <a:endParaRPr dirty="0"/>
          </a:p>
          <a:p>
            <a:pPr lvl="0"/>
            <a:r>
              <a:rPr lang="en-US" altLang="zh-CN" sz="1200" dirty="0"/>
              <a:t>We are currently witnessing an exponential growth in the computational demands of Artificial Intelligence. Modern Foundation Models (like GPT-4, Llama 3, or Claude) have scaled from millions to trillions of parameters. While specialized hardware (GPUs/TPUs) has successfully scaled up compute performance (FLOPS), the memory systems have not kept pace. This divergence has created the "Memory Wall," where the speed of training is no longer limited by how fast we can do math, but by how fast we can move data between the processor and High-Bandwidth Memory (HBM).</a:t>
            </a:r>
          </a:p>
          <a:p>
            <a:pPr lvl="0"/>
            <a:r>
              <a:rPr lang="en-US" altLang="zh-CN" sz="1200" dirty="0"/>
              <a:t>Our project focuses specifically on the Backward Pass (Weight Update) phase of AI training. Solving this doesn't just make training faster; it makes it accessible. By reducing the bandwidth requirements for training, we allow larger models to be fine-tuned on commodity hardware (like edge devices or older GPUs) rather than requiring massive HBM clusters.</a:t>
            </a:r>
            <a:endParaRPr sz="120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177" name="Google Shape;177;p17">
                <a:extLst>
                  <a:ext uri="{FF2B5EF4-FFF2-40B4-BE49-F238E27FC236}">
                    <a16:creationId xmlns:a16="http://schemas.microsoft.com/office/drawing/2014/main" id="{6D8DF20D-4A91-C6AC-0613-D0DF1C8AFCA8}"/>
                  </a:ext>
                </a:extLst>
              </p:cNvPr>
              <p:cNvSpPr txBox="1"/>
              <p:nvPr/>
            </p:nvSpPr>
            <p:spPr>
              <a:xfrm>
                <a:off x="4925568" y="1371599"/>
                <a:ext cx="6722146" cy="5054243"/>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r>
                  <a:rPr lang="en-US" altLang="zh-CN" sz="1200" b="1" dirty="0"/>
                  <a:t>Proposed Innovation: The Gradient Compression Unit (GCU)</a:t>
                </a:r>
              </a:p>
              <a:p>
                <a:r>
                  <a:rPr lang="en-US" altLang="zh-CN" sz="1200" b="1" dirty="0"/>
                  <a:t>Project Overview:</a:t>
                </a:r>
                <a:r>
                  <a:rPr lang="en-US" altLang="zh-CN" sz="1200" dirty="0"/>
                  <a:t> </a:t>
                </a:r>
              </a:p>
              <a:p>
                <a:r>
                  <a:rPr lang="en-US" altLang="zh-CN" sz="1200" dirty="0"/>
                  <a:t>We propose to design a </a:t>
                </a:r>
                <a:r>
                  <a:rPr lang="en-US" altLang="zh-CN" sz="1200" b="1" dirty="0"/>
                  <a:t>Gradient Compression Unit (GCU)</a:t>
                </a:r>
                <a:r>
                  <a:rPr lang="en-US" altLang="zh-CN" sz="1200" dirty="0"/>
                  <a:t>, a specialized hardware accelerator that mitigates the "Memory Wall" in AI training. Our innovation is a "near-data" architectural shim that exploits temporal sparsity. The GCU intercepts gradient streams before they hit the memory bus, filtering out insignificant updates (</a:t>
                </a:r>
                <a14:m>
                  <m:oMath xmlns:m="http://schemas.openxmlformats.org/officeDocument/2006/math">
                    <m:d>
                      <m:dPr>
                        <m:begChr m:val="|"/>
                        <m:endChr m:val="|"/>
                        <m:ctrlPr>
                          <a:rPr lang="en-US" altLang="zh-CN" sz="1200" i="1" smtClean="0">
                            <a:latin typeface="Cambria Math" panose="02040503050406030204" pitchFamily="18" charset="0"/>
                            <a:ea typeface="Cambria Math" panose="02040503050406030204" pitchFamily="18" charset="0"/>
                          </a:rPr>
                        </m:ctrlPr>
                      </m:dPr>
                      <m:e>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𝑊</m:t>
                        </m:r>
                      </m:e>
                    </m:d>
                    <m:r>
                      <a:rPr lang="en-US" altLang="zh-CN" sz="1200" b="0" i="1" smtClean="0">
                        <a:latin typeface="Cambria Math" panose="02040503050406030204" pitchFamily="18" charset="0"/>
                      </a:rPr>
                      <m:t>&lt;</m:t>
                    </m:r>
                    <m:r>
                      <a:rPr lang="zh-CN" altLang="en-US" sz="1200" b="0" i="1" smtClean="0">
                        <a:latin typeface="Cambria Math" panose="02040503050406030204" pitchFamily="18" charset="0"/>
                      </a:rPr>
                      <m:t>𝜖</m:t>
                    </m:r>
                  </m:oMath>
                </a14:m>
                <a:r>
                  <a:rPr lang="en-US" altLang="zh-CN" sz="1200" dirty="0"/>
                  <a:t>) and aggregating them in a local "Error Feedback Buffer." Only when accumulated gradients become statistically significant does the "Compression Packer" burst-write them to High-Bandwidth Memory (HBM). </a:t>
                </a:r>
              </a:p>
              <a:p>
                <a:pPr marL="0" marR="0" lvl="0" indent="0" algn="l" rtl="0">
                  <a:lnSpc>
                    <a:spcPct val="100000"/>
                  </a:lnSpc>
                  <a:spcBef>
                    <a:spcPts val="0"/>
                  </a:spcBef>
                  <a:spcAft>
                    <a:spcPts val="0"/>
                  </a:spcAft>
                  <a:buNone/>
                </a:pPr>
                <a:endParaRPr sz="1200" b="1" i="0" u="none" strike="noStrike" cap="none" dirty="0">
                  <a:solidFill>
                    <a:srgbClr val="000000"/>
                  </a:solidFill>
                  <a:latin typeface="Arial"/>
                  <a:ea typeface="Arial"/>
                  <a:cs typeface="Arial"/>
                  <a:sym typeface="Arial"/>
                </a:endParaRPr>
              </a:p>
            </p:txBody>
          </p:sp>
        </mc:Choice>
        <mc:Fallback xmlns="">
          <p:sp>
            <p:nvSpPr>
              <p:cNvPr id="177" name="Google Shape;177;p17">
                <a:extLst>
                  <a:ext uri="{FF2B5EF4-FFF2-40B4-BE49-F238E27FC236}">
                    <a16:creationId xmlns:a16="http://schemas.microsoft.com/office/drawing/2014/main" id="{6D8DF20D-4A91-C6AC-0613-D0DF1C8AFCA8}"/>
                  </a:ext>
                </a:extLst>
              </p:cNvPr>
              <p:cNvSpPr txBox="1">
                <a:spLocks noRot="1" noChangeAspect="1" noMove="1" noResize="1" noEditPoints="1" noAdjustHandles="1" noChangeArrowheads="1" noChangeShapeType="1" noTextEdit="1"/>
              </p:cNvSpPr>
              <p:nvPr/>
            </p:nvSpPr>
            <p:spPr>
              <a:xfrm>
                <a:off x="4925568" y="1371599"/>
                <a:ext cx="6722146" cy="5054243"/>
              </a:xfrm>
              <a:prstGeom prst="rect">
                <a:avLst/>
              </a:prstGeom>
              <a:blipFill>
                <a:blip r:embed="rId3"/>
                <a:stretch>
                  <a:fillRect t="-120"/>
                </a:stretch>
              </a:blipFill>
              <a:ln w="9525" cap="flat" cmpd="sng">
                <a:solidFill>
                  <a:schemeClr val="dk1"/>
                </a:solidFill>
                <a:prstDash val="solid"/>
                <a:round/>
                <a:headEnd type="none" w="sm" len="sm"/>
                <a:tailEnd type="none" w="sm" len="sm"/>
              </a:ln>
            </p:spPr>
            <p:txBody>
              <a:bodyPr/>
              <a:lstStyle/>
              <a:p>
                <a:r>
                  <a:rPr lang="zh-CN" altLang="en-US">
                    <a:noFill/>
                  </a:rPr>
                  <a:t> </a:t>
                </a:r>
              </a:p>
            </p:txBody>
          </p:sp>
        </mc:Fallback>
      </mc:AlternateContent>
      <p:sp>
        <p:nvSpPr>
          <p:cNvPr id="178" name="Google Shape;178;p17">
            <a:extLst>
              <a:ext uri="{FF2B5EF4-FFF2-40B4-BE49-F238E27FC236}">
                <a16:creationId xmlns:a16="http://schemas.microsoft.com/office/drawing/2014/main" id="{447F70E3-625B-A68B-FD71-ED98838E12EF}"/>
              </a:ext>
            </a:extLst>
          </p:cNvPr>
          <p:cNvSpPr txBox="1"/>
          <p:nvPr/>
        </p:nvSpPr>
        <p:spPr>
          <a:xfrm>
            <a:off x="484632" y="1371600"/>
            <a:ext cx="4343400" cy="61264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lvl="0"/>
            <a:r>
              <a:rPr lang="en-US" sz="1200" b="1" i="0" u="none" strike="noStrike" cap="none" dirty="0">
                <a:solidFill>
                  <a:srgbClr val="000000"/>
                </a:solidFill>
                <a:latin typeface="Arial"/>
                <a:ea typeface="Arial"/>
                <a:cs typeface="Arial"/>
                <a:sym typeface="Arial"/>
              </a:rPr>
              <a:t>Team Name:</a:t>
            </a:r>
            <a:r>
              <a:rPr lang="en-US" sz="1200" b="1" dirty="0"/>
              <a:t> Train Neo Bit</a:t>
            </a:r>
            <a:endParaRPr sz="1200" b="0" i="0" u="none" strike="noStrike" cap="none" dirty="0">
              <a:solidFill>
                <a:srgbClr val="000000"/>
              </a:solidFill>
              <a:latin typeface="Arial"/>
              <a:ea typeface="Arial"/>
              <a:cs typeface="Arial"/>
              <a:sym typeface="Arial"/>
            </a:endParaRPr>
          </a:p>
        </p:txBody>
      </p:sp>
      <p:sp>
        <p:nvSpPr>
          <p:cNvPr id="179" name="Google Shape;179;p17">
            <a:extLst>
              <a:ext uri="{FF2B5EF4-FFF2-40B4-BE49-F238E27FC236}">
                <a16:creationId xmlns:a16="http://schemas.microsoft.com/office/drawing/2014/main" id="{C9851671-174B-6052-8E07-73522B4D35BF}"/>
              </a:ext>
            </a:extLst>
          </p:cNvPr>
          <p:cNvSpPr txBox="1">
            <a:spLocks noGrp="1"/>
          </p:cNvSpPr>
          <p:nvPr>
            <p:ph type="dt" idx="10"/>
          </p:nvPr>
        </p:nvSpPr>
        <p:spPr>
          <a:xfrm>
            <a:off x="517071" y="6490727"/>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a:t>14 May 2025</a:t>
            </a:r>
            <a:endParaRPr/>
          </a:p>
        </p:txBody>
      </p:sp>
      <p:pic>
        <p:nvPicPr>
          <p:cNvPr id="7" name="图片 6">
            <a:extLst>
              <a:ext uri="{FF2B5EF4-FFF2-40B4-BE49-F238E27FC236}">
                <a16:creationId xmlns:a16="http://schemas.microsoft.com/office/drawing/2014/main" id="{A6C70E57-B010-002B-298E-D67CE531C75F}"/>
              </a:ext>
            </a:extLst>
          </p:cNvPr>
          <p:cNvPicPr>
            <a:picLocks noChangeAspect="1"/>
          </p:cNvPicPr>
          <p:nvPr/>
        </p:nvPicPr>
        <p:blipFill>
          <a:blip r:embed="rId4"/>
          <a:stretch>
            <a:fillRect/>
          </a:stretch>
        </p:blipFill>
        <p:spPr>
          <a:xfrm>
            <a:off x="5012691" y="2978436"/>
            <a:ext cx="3273836" cy="1780186"/>
          </a:xfrm>
          <a:prstGeom prst="rect">
            <a:avLst/>
          </a:prstGeom>
        </p:spPr>
      </p:pic>
      <p:sp>
        <p:nvSpPr>
          <p:cNvPr id="10" name="Google Shape;177;p17">
            <a:extLst>
              <a:ext uri="{FF2B5EF4-FFF2-40B4-BE49-F238E27FC236}">
                <a16:creationId xmlns:a16="http://schemas.microsoft.com/office/drawing/2014/main" id="{482C93A9-2FBF-62B8-D27C-A94E5C222863}"/>
              </a:ext>
            </a:extLst>
          </p:cNvPr>
          <p:cNvSpPr txBox="1"/>
          <p:nvPr/>
        </p:nvSpPr>
        <p:spPr>
          <a:xfrm>
            <a:off x="8286527" y="2884647"/>
            <a:ext cx="3448310" cy="2395727"/>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normAutofit/>
          </a:bodyPr>
          <a:lstStyle/>
          <a:p>
            <a:r>
              <a:rPr lang="en-US" altLang="zh-CN" sz="1200" b="1" dirty="0"/>
              <a:t>Methodology:</a:t>
            </a:r>
            <a:r>
              <a:rPr lang="en-US" altLang="zh-CN" sz="1200" dirty="0"/>
              <a:t> </a:t>
            </a:r>
          </a:p>
          <a:p>
            <a:r>
              <a:rPr lang="en-US" altLang="zh-CN" sz="1200" dirty="0"/>
              <a:t>We will leverage Generative AI to accelerate two hardware design:</a:t>
            </a:r>
          </a:p>
          <a:p>
            <a:r>
              <a:rPr lang="en-US" altLang="zh-CN" sz="1200" b="1" dirty="0"/>
              <a:t>RTL Generation for Complex Protocols:</a:t>
            </a:r>
            <a:r>
              <a:rPr lang="en-US" altLang="zh-CN" sz="1200" dirty="0"/>
              <a:t> The "Compression Packer" requires a complex FSM to handle AXI4 burst alignment and sparse-data packing. </a:t>
            </a:r>
          </a:p>
          <a:p>
            <a:r>
              <a:rPr lang="en-US" altLang="zh-CN" sz="1200" b="1" dirty="0"/>
              <a:t>Synthetic Workload Modeling:</a:t>
            </a:r>
            <a:r>
              <a:rPr lang="en-US" altLang="zh-CN" sz="1200" dirty="0"/>
              <a:t> Validating this hardware requires realistic data. We will generate scripts that produce “synthetic gradient streams” mimicking the statistical distribution.</a:t>
            </a:r>
          </a:p>
          <a:p>
            <a:endParaRPr lang="en-US" altLang="zh-CN" sz="1200" dirty="0"/>
          </a:p>
          <a:p>
            <a:pPr marL="0" marR="0" lvl="0" indent="0" algn="l" rtl="0">
              <a:lnSpc>
                <a:spcPct val="100000"/>
              </a:lnSpc>
              <a:spcBef>
                <a:spcPts val="0"/>
              </a:spcBef>
              <a:spcAft>
                <a:spcPts val="0"/>
              </a:spcAft>
              <a:buNone/>
            </a:pPr>
            <a:endParaRPr sz="1200" b="1" i="0" u="none" strike="noStrike" cap="none" dirty="0">
              <a:solidFill>
                <a:srgbClr val="000000"/>
              </a:solidFill>
              <a:latin typeface="Arial"/>
              <a:ea typeface="Arial"/>
              <a:cs typeface="Arial"/>
              <a:sym typeface="Arial"/>
            </a:endParaRPr>
          </a:p>
        </p:txBody>
      </p:sp>
      <p:sp>
        <p:nvSpPr>
          <p:cNvPr id="11" name="Google Shape;177;p17">
            <a:extLst>
              <a:ext uri="{FF2B5EF4-FFF2-40B4-BE49-F238E27FC236}">
                <a16:creationId xmlns:a16="http://schemas.microsoft.com/office/drawing/2014/main" id="{F5BFF8C3-F331-C535-A991-D2A68674B131}"/>
              </a:ext>
            </a:extLst>
          </p:cNvPr>
          <p:cNvSpPr txBox="1"/>
          <p:nvPr/>
        </p:nvSpPr>
        <p:spPr>
          <a:xfrm>
            <a:off x="4925454" y="4863413"/>
            <a:ext cx="6722146" cy="1667220"/>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normAutofit/>
          </a:bodyPr>
          <a:lstStyle/>
          <a:p>
            <a:r>
              <a:rPr lang="en-US" altLang="zh-CN" sz="1200" b="1" dirty="0"/>
              <a:t>Testing &amp; Demonstration:</a:t>
            </a:r>
            <a:r>
              <a:rPr lang="en-US" altLang="zh-CN" sz="1200" dirty="0"/>
              <a:t> </a:t>
            </a:r>
          </a:p>
          <a:p>
            <a:r>
              <a:rPr lang="en-US" altLang="zh-CN" sz="1200" dirty="0"/>
              <a:t>The final deliverable will be a synthesizable </a:t>
            </a:r>
            <a:r>
              <a:rPr lang="en-US" altLang="zh-CN" sz="1200" dirty="0" err="1"/>
              <a:t>SystemVerilog</a:t>
            </a:r>
            <a:r>
              <a:rPr lang="en-US" altLang="zh-CN" sz="1200" dirty="0"/>
              <a:t> IP core. We will demonstrate its value through a comparative simulation:</a:t>
            </a:r>
          </a:p>
          <a:p>
            <a:r>
              <a:rPr lang="en-US" altLang="zh-CN" sz="1200" b="1" dirty="0"/>
              <a:t>Baseline:</a:t>
            </a:r>
            <a:r>
              <a:rPr lang="en-US" altLang="zh-CN" sz="1200" dirty="0"/>
              <a:t> A standard write-back trace (100% bandwidth usage).</a:t>
            </a:r>
          </a:p>
          <a:p>
            <a:r>
              <a:rPr lang="en-US" altLang="zh-CN" sz="1200" b="1" dirty="0"/>
              <a:t>Innovation:</a:t>
            </a:r>
            <a:r>
              <a:rPr lang="en-US" altLang="zh-CN" sz="1200" dirty="0"/>
              <a:t> The GCU trace processed with our AI-generated workloads.</a:t>
            </a:r>
          </a:p>
          <a:p>
            <a:r>
              <a:rPr lang="en-US" altLang="zh-CN" sz="1200" b="1" dirty="0"/>
              <a:t>Success Metric:</a:t>
            </a:r>
            <a:r>
              <a:rPr lang="en-US" altLang="zh-CN" sz="1200" dirty="0"/>
              <a:t> We aim to demonstrate a &gt;50% reduction in memory write transactions with minimal area overhead. As a stretch goal, we will use AI to explore and implement a "Stochastic Rounding" logic block to further improve convergence stability.</a:t>
            </a:r>
          </a:p>
          <a:p>
            <a:endParaRPr lang="en-US" altLang="zh-CN" sz="1200" dirty="0"/>
          </a:p>
          <a:p>
            <a:pPr marL="0" marR="0" lvl="0" indent="0" algn="l" rtl="0">
              <a:lnSpc>
                <a:spcPct val="100000"/>
              </a:lnSpc>
              <a:spcBef>
                <a:spcPts val="0"/>
              </a:spcBef>
              <a:spcAft>
                <a:spcPts val="0"/>
              </a:spcAft>
              <a:buNone/>
            </a:pPr>
            <a:endParaRPr sz="1200" b="1"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50410104"/>
      </p:ext>
    </p:extLst>
  </p:cSld>
  <p:clrMapOvr>
    <a:masterClrMapping/>
  </p:clrMapOvr>
</p:sld>
</file>

<file path=ppt/theme/theme1.xml><?xml version="1.0" encoding="utf-8"?>
<a:theme xmlns:a="http://schemas.openxmlformats.org/drawingml/2006/main" name="3_White Pattern ">
  <a:themeElements>
    <a:clrScheme name="Cognichip Color Scheme">
      <a:dk1>
        <a:srgbClr val="000000"/>
      </a:dk1>
      <a:lt1>
        <a:srgbClr val="F1F2F4"/>
      </a:lt1>
      <a:dk2>
        <a:srgbClr val="171717"/>
      </a:dk2>
      <a:lt2>
        <a:srgbClr val="FFFFFF"/>
      </a:lt2>
      <a:accent1>
        <a:srgbClr val="D74300"/>
      </a:accent1>
      <a:accent2>
        <a:srgbClr val="E44700"/>
      </a:accent2>
      <a:accent3>
        <a:srgbClr val="FF5001"/>
      </a:accent3>
      <a:accent4>
        <a:srgbClr val="FF7030"/>
      </a:accent4>
      <a:accent5>
        <a:srgbClr val="FF905F"/>
      </a:accent5>
      <a:accent6>
        <a:srgbClr val="FFA881"/>
      </a:accent6>
      <a:hlink>
        <a:srgbClr val="FF5001"/>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Black Pattern">
  <a:themeElements>
    <a:clrScheme name="Cognichip Color Scheme">
      <a:dk1>
        <a:srgbClr val="000000"/>
      </a:dk1>
      <a:lt1>
        <a:srgbClr val="F1F2F4"/>
      </a:lt1>
      <a:dk2>
        <a:srgbClr val="171717"/>
      </a:dk2>
      <a:lt2>
        <a:srgbClr val="FFFFFF"/>
      </a:lt2>
      <a:accent1>
        <a:srgbClr val="D74300"/>
      </a:accent1>
      <a:accent2>
        <a:srgbClr val="E44700"/>
      </a:accent2>
      <a:accent3>
        <a:srgbClr val="FF5001"/>
      </a:accent3>
      <a:accent4>
        <a:srgbClr val="FF7030"/>
      </a:accent4>
      <a:accent5>
        <a:srgbClr val="FF905F"/>
      </a:accent5>
      <a:accent6>
        <a:srgbClr val="FFA881"/>
      </a:accent6>
      <a:hlink>
        <a:srgbClr val="FF5001"/>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528</Words>
  <Application>Microsoft Office PowerPoint</Application>
  <PresentationFormat>宽屏</PresentationFormat>
  <Paragraphs>22</Paragraphs>
  <Slides>1</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vt:i4>
      </vt:variant>
    </vt:vector>
  </HeadingPairs>
  <TitlesOfParts>
    <vt:vector size="9" baseType="lpstr">
      <vt:lpstr>Cambria Math</vt:lpstr>
      <vt:lpstr>Darker Grotesque SemiBold</vt:lpstr>
      <vt:lpstr>Courier New</vt:lpstr>
      <vt:lpstr>Arial</vt:lpstr>
      <vt:lpstr>Proxima Nova</vt:lpstr>
      <vt:lpstr>Darker Grotesque Medium</vt:lpstr>
      <vt:lpstr>3_White Pattern </vt:lpstr>
      <vt:lpstr>1_Black Pattern</vt:lpstr>
      <vt:lpstr>Cognichip Hackathon: EcoTraining: An Energy-Efficient Hardware Design for Gradient Compression in LLM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Faraj Aalaei</dc:creator>
  <cp:lastModifiedBy>Feiyu JIA</cp:lastModifiedBy>
  <cp:revision>5</cp:revision>
  <dcterms:created xsi:type="dcterms:W3CDTF">2025-01-23T17:15:51Z</dcterms:created>
  <dcterms:modified xsi:type="dcterms:W3CDTF">2026-02-12T22:07:28Z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068902E9EBCD47D6A8C8FFE43C707B49_13</vt:lpwstr>
  </property>
  <property fmtid="{D5CDD505-2E9C-101B-9397-08002B2CF9AE}" pid="3" name="KSOProductBuildVer">
    <vt:lpwstr>2057-12.2.0.18639</vt:lpwstr>
  </property>
</Properties>
</file>